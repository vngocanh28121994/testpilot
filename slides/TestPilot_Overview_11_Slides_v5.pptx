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5377fd2cc64f9e" /><Relationship Type="http://schemas.openxmlformats.org/officeDocument/2006/relationships/extended-properties" Target="/docProps/app.xml" Id="R7173a9d1ba544d76" /><Relationship Type="http://schemas.openxmlformats.org/officeDocument/2006/relationships/officeDocument" Target="/ppt/presentation.xml" Id="Recd8611440b045f5" /></Relationships>
</file>

<file path=ppt/presentation.xml><?xml version="1.0" encoding="utf-8"?>
<p:presentation xmlns:p="http://schemas.openxmlformats.org/presentationml/2006/main">
  <p:sldMasterIdLst>
    <p:sldMasterId xmlns:r="http://schemas.openxmlformats.org/officeDocument/2006/relationships" id="2147483648" r:id="R752a27dd550144a9"/>
  </p:sldMasterIdLst>
  <p:notesMasterIdLst>
    <p:notesMasterId xmlns:r="http://schemas.openxmlformats.org/officeDocument/2006/relationships" r:id="R31230b78efc74149"/>
  </p:notesMasterIdLst>
  <p:sldIdLst>
    <p:sldId xmlns:r="http://schemas.openxmlformats.org/officeDocument/2006/relationships" id="256" r:id="Rfe824cf2c8e84b92"/>
    <p:sldId xmlns:r="http://schemas.openxmlformats.org/officeDocument/2006/relationships" id="257" r:id="R0be984322d264928"/>
    <p:sldId xmlns:r="http://schemas.openxmlformats.org/officeDocument/2006/relationships" id="258" r:id="Ra3d03a1bfbad4d6d"/>
    <p:sldId xmlns:r="http://schemas.openxmlformats.org/officeDocument/2006/relationships" id="259" r:id="R51a640ec49624348"/>
    <p:sldId xmlns:r="http://schemas.openxmlformats.org/officeDocument/2006/relationships" id="260" r:id="Ra168faee4d9149d8"/>
    <p:sldId xmlns:r="http://schemas.openxmlformats.org/officeDocument/2006/relationships" id="261" r:id="R2ae857705429452b"/>
    <p:sldId xmlns:r="http://schemas.openxmlformats.org/officeDocument/2006/relationships" id="262" r:id="Rcf9473264af74aca"/>
    <p:sldId xmlns:r="http://schemas.openxmlformats.org/officeDocument/2006/relationships" id="263" r:id="R636901574e0d4553"/>
    <p:sldId xmlns:r="http://schemas.openxmlformats.org/officeDocument/2006/relationships" id="264" r:id="Re67a7f409c084c6c"/>
    <p:sldId xmlns:r="http://schemas.openxmlformats.org/officeDocument/2006/relationships" id="265" r:id="R82c8bc04df7342d1"/>
    <p:sldId xmlns:r="http://schemas.openxmlformats.org/officeDocument/2006/relationships" id="266" r:id="R3f23d198865e40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ebb7179f0f74c3b" /><Relationship Type="http://schemas.openxmlformats.org/officeDocument/2006/relationships/slideMaster" Target="/ppt/slideMasters/slideMaster1.xml" Id="R752a27dd550144a9" /><Relationship Type="http://schemas.openxmlformats.org/officeDocument/2006/relationships/notesMaster" Target="/ppt/notesMasters/notesMaster1.xml" Id="R31230b78efc74149" /><Relationship Type="http://schemas.openxmlformats.org/officeDocument/2006/relationships/presProps" Target="/ppt/presProps.xml" Id="Rcd4ba010f61c418f" /><Relationship Type="http://schemas.openxmlformats.org/officeDocument/2006/relationships/tableStyles" Target="/ppt/tableStyles.xml" Id="Rbe346d4e834547fa" /><Relationship Type="http://schemas.openxmlformats.org/officeDocument/2006/relationships/slide" Target="/ppt/slides/slide1.xml" Id="Rfe824cf2c8e84b92" /><Relationship Type="http://schemas.openxmlformats.org/officeDocument/2006/relationships/slide" Target="/ppt/slides/slide2.xml" Id="R0be984322d264928" /><Relationship Type="http://schemas.openxmlformats.org/officeDocument/2006/relationships/slide" Target="/ppt/slides/slide3.xml" Id="Ra3d03a1bfbad4d6d" /><Relationship Type="http://schemas.openxmlformats.org/officeDocument/2006/relationships/slide" Target="/ppt/slides/slide4.xml" Id="R51a640ec49624348" /><Relationship Type="http://schemas.openxmlformats.org/officeDocument/2006/relationships/slide" Target="/ppt/slides/slide5.xml" Id="Ra168faee4d9149d8" /><Relationship Type="http://schemas.openxmlformats.org/officeDocument/2006/relationships/slide" Target="/ppt/slides/slide6.xml" Id="R2ae857705429452b" /><Relationship Type="http://schemas.openxmlformats.org/officeDocument/2006/relationships/slide" Target="/ppt/slides/slide7.xml" Id="Rcf9473264af74aca" /><Relationship Type="http://schemas.openxmlformats.org/officeDocument/2006/relationships/slide" Target="/ppt/slides/slide8.xml" Id="R636901574e0d4553" /><Relationship Type="http://schemas.openxmlformats.org/officeDocument/2006/relationships/slide" Target="/ppt/slides/slide9.xml" Id="Re67a7f409c084c6c" /><Relationship Type="http://schemas.openxmlformats.org/officeDocument/2006/relationships/slide" Target="/ppt/slides/slide10.xml" Id="R82c8bc04df7342d1" /><Relationship Type="http://schemas.openxmlformats.org/officeDocument/2006/relationships/slide" Target="/ppt/slides/slide11.xml" Id="R3f23d198865e40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fc246c252441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a28c6fa91e4461" /><Relationship Type="http://schemas.openxmlformats.org/officeDocument/2006/relationships/notesMaster" Target="/ppt/notesMasters/notesMaster1.xml" Id="Rc041e5e4d52541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108fc32bba452a" /><Relationship Type="http://schemas.openxmlformats.org/officeDocument/2006/relationships/notesMaster" Target="/ppt/notesMasters/notesMaster1.xml" Id="R7c431bf244aa41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d4e98512424c63" /><Relationship Type="http://schemas.openxmlformats.org/officeDocument/2006/relationships/notesMaster" Target="/ppt/notesMasters/notesMaster1.xml" Id="Rde3b8448187946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7c771648a342c0" /><Relationship Type="http://schemas.openxmlformats.org/officeDocument/2006/relationships/notesMaster" Target="/ppt/notesMasters/notesMaster1.xml" Id="R549d7fafe67d44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b01f5d11cb4b8f" /><Relationship Type="http://schemas.openxmlformats.org/officeDocument/2006/relationships/notesMaster" Target="/ppt/notesMasters/notesMaster1.xml" Id="R54dd6065084e4b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ee9fbd149645fe" /><Relationship Type="http://schemas.openxmlformats.org/officeDocument/2006/relationships/notesMaster" Target="/ppt/notesMasters/notesMaster1.xml" Id="R57ebbc98b66e47ef"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24b5e155ad401d" /><Relationship Type="http://schemas.openxmlformats.org/officeDocument/2006/relationships/notesMaster" Target="/ppt/notesMasters/notesMaster1.xml" Id="R213c6f8649b145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85e0875f1c4c98" /><Relationship Type="http://schemas.openxmlformats.org/officeDocument/2006/relationships/notesMaster" Target="/ppt/notesMasters/notesMaster1.xml" Id="Rf2db2071fe4f4e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45196662c746e8" /><Relationship Type="http://schemas.openxmlformats.org/officeDocument/2006/relationships/notesMaster" Target="/ppt/notesMasters/notesMaster1.xml" Id="R1cc3ffc8d5ac47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be4d57366a4cc2" /><Relationship Type="http://schemas.openxmlformats.org/officeDocument/2006/relationships/notesMaster" Target="/ppt/notesMasters/notesMaster1.xml" Id="Rc06c332838fa47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f649c437fe472a" /><Relationship Type="http://schemas.openxmlformats.org/officeDocument/2006/relationships/notesMaster" Target="/ppt/notesMasters/notesMaster1.xml" Id="Rdf6c74ddd80447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một câu hỏi: cùng một feature, khi nào cần chạy rộng trên thiết bị thật, khi nào cần phản hồi nhanh tại local, và khi nào muốn tự động hoá từ tài liệu đến report? TestPilot trả lời ba nhu cầu đó bằng ba chế độ vận hành dùng chung một nền tảng.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luồng không tạo ba hệ thống rời nhau. Chúng dùng chung feature Gherkin, element registry, resolver, executor và report. Khác biệt nằm ở mục tiêu vận hành: farm cho độ phủ, local cho vòng lặp sửa lỗi, Studio cho quy trình từ nguồn yêu cầu đến kết quả.</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TestPilot kiểm tra credential và tính tương thích trước khi upload. AWS nhận app, test package và testspec, sau đó cấp thiết bị và tạo một job cho mỗi máy. TestPilot polling trạng thái rồi tải report, screenshot, video và log về lịch sử. AI chỉ hỗ trợ discovery, healing và diagnosis trong lúc chạy, còn upload, schedule và verdict do code xác định.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dùng chọn feature, nền tảng, tag, environment và nguồn app. Preflight kiểm tra toàn bộ target trước khi mở driver. Khi chọn nhiều nền tảng, web, Android và iOS chạy đồng thời trong tiến trình riêng. Mỗi nhánh lưu dữ liệu riêng, coordinator chỉ gộp registry và learning một lần sau khi tất cả nhánh dừng.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Studio bắt đầu sớm hơn runner. Hệ thống đọc và xác thực nguồn, AI phân tích yêu cầu và ảnh màn hình, cập nhật registry, sinh testcase rồi chuẩn hoá action. Con người review tại một cổng rõ ràng. Sau khi duyệt, workflow chuẩn bị môi trường, chạy các nền tảng đã chọn, healing lỗi locator theo policy và sinh report có traceability.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không thay thế toàn bộ hệ thống. Các bước cần tính xác định như parse, preflight, điều khiển driver, upload AWS và tính verdict vẫn do code thực hiện. AI tập trung vào phần cần hiểu ngôn ngữ, hình ảnh hoặc xếp hạng candidate. Mọi đề xuất locator và action đều đi qua confidence, ambiguity, safety và verification trước khi trở thành 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Cổng an toàn hiện tách rõ bốn câu hỏi. Confidence chấm tín hiệu nhận dạng như text, accessibility, role, vị trí trong screen và lịch sử. Ambiguity không dừng ngay chỉ vì hai candidate gần điểm: với thao tác trong tài khoản test, resolver có thể giữ một tập nhỏ candidate và thử tuần tự. Action safety chỉ chặn bằng chứng kỹ thuật rõ ràng như control ẩn, disable hoặc không thao tác được; mức rủi ro nghiệp vụ chỉ dùng cho chẩn đoán, không chặn test account. Verification kiểm tra đúng đối tượng trước action và dùng postcondition sau action để chọn đáp án thật. Chỉ chuyển sang human review khi không còn candidate, không có kết quả quan sát được hoặc dữ kiện nghiệp vụ chưa đủ.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Discovery bắt đầu từ ý định của step, không bắt đầu từ class CSS cụ thể. Resolver thử locator đã được chứng minh trong registry và learning của session trước. Nếu chưa có, hệ thống quan sát DOM hoặc XML, chấm text, accessibility, role, screen, trạng thái và ancestor có thể click; các record thuộc cùng một control được gộp trước khi xét ambiguity. Semantic AI nhận snapshot sống để xếp hạng những cấu trúc lạ và có thể chạy song song với phần chấm điểm tất định. Gemini Vision là fallback cuối cùng khi các tầng semantic không tạo được candidate dùng được; thiếu quota không làm mất các tầng phía trước. Candidate discovery chỉ là phương án tạm thời và chưa được lưu cho đến khi action tạo đúng postcondition.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Healing dùng kết quả của action làm nguồn sự thật. Sau khi candidate qua identity và actionability gate, executor thực hiện action rồi quan sát postcondition. Nếu kết quả đúng, resolver xác nhận locator, lưu dưới dạng fallback chưa duyệt và dùng lại ngay ở các case sau; các run song song ghi riêng rồi coordinator gộp một lần. Nếu action không tạo đúng kết quả, locator bị đánh dấu rejected và thu hồi khỏi cả runtime registry lẫn element registry, tránh case sau lặp lại bài học sai. Hệ thống thử candidate kế tiếp trong ngân sách giới hạn. Khi hết candidate, diagnosis phân biệt lỗi locator, thiếu step và lỗi nghiệp vụ. Step healing chỉ được giữ khi replay thật sự chạy xanh; nếu vẫn thiếu bằng chứng thì chuyển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Đừng chọn runner theo thói quen. Nếu câu hỏi là độ phủ thiết bị, dùng Device Farm. Nếu cần tìm và sửa lỗi nhanh, dùng Local Runner. Nếu cần biến tài liệu thành một quy trình có review và traceability, dùng App Studio. Ba luồng có thể nối tiếp trong cùng vòng đời.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Chốt lại: App Studio giúp tạo và review coverage, Local Runner giúp suite ổn định nhanh, Device Farm xác nhận độ phủ trên thiết bị thật. AI hỗ trợ những bước cần hiểu ngữ nghĩa, hình ảnh và nguyên nhân lỗi. Code, policy và cổng review giữ hệ thống có thể kiểm soát và truy vết.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de1ef6fb984dc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560babdcc9481d" /><Relationship Type="http://schemas.openxmlformats.org/officeDocument/2006/relationships/slideLayout" Target="/ppt/slideLayouts/slideLayout1.xml" Id="R37f6367412ef4d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f6367412ef4d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6bc6014ee6480c" /><Relationship Type="http://schemas.openxmlformats.org/officeDocument/2006/relationships/notesSlide" Target="/ppt/notesSlides/notesSlide1.xml" Id="Re460b80ec2a64b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2e93e414fa44b6" /><Relationship Type="http://schemas.openxmlformats.org/officeDocument/2006/relationships/notesSlide" Target="/ppt/notesSlides/notesSlide2.xml" Id="R3a6509baeac848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554d4aaddb49d4" /><Relationship Type="http://schemas.openxmlformats.org/officeDocument/2006/relationships/notesSlide" Target="/ppt/notesSlides/notesSlide3.xml" Id="Rd6482c80ca2944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c235da76cd4b6a" /><Relationship Type="http://schemas.openxmlformats.org/officeDocument/2006/relationships/notesSlide" Target="/ppt/notesSlides/notesSlide4.xml" Id="R9398f28d029049b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bf08320fab54e0f" /><Relationship Type="http://schemas.openxmlformats.org/officeDocument/2006/relationships/notesSlide" Target="/ppt/notesSlides/notesSlide5.xml" Id="R891908856a5148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d2b1ccec1f04bfd" /><Relationship Type="http://schemas.openxmlformats.org/officeDocument/2006/relationships/notesSlide" Target="/ppt/notesSlides/notesSlide6.xml" Id="Rfd39044d13de49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339252e499a4a79" /><Relationship Type="http://schemas.openxmlformats.org/officeDocument/2006/relationships/notesSlide" Target="/ppt/notesSlides/notesSlide7.xml" Id="R740707b45ba6439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fd1fdcee4054800" /><Relationship Type="http://schemas.openxmlformats.org/officeDocument/2006/relationships/notesSlide" Target="/ppt/notesSlides/notesSlide8.xml" Id="Rb64d9b9af75e4b0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0043989685461c" /><Relationship Type="http://schemas.openxmlformats.org/officeDocument/2006/relationships/notesSlide" Target="/ppt/notesSlides/notesSlide9.xml" Id="Rb9a3e4d93e88461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87520251ed24210" /><Relationship Type="http://schemas.openxmlformats.org/officeDocument/2006/relationships/notesSlide" Target="/ppt/notesSlides/notesSlide10.xml" Id="Rcef967b48fac413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66251507374e7d" /><Relationship Type="http://schemas.openxmlformats.org/officeDocument/2006/relationships/notesSlide" Target="/ppt/notesSlides/notesSlide11.xml" Id="Rb26e785bdbd24233"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A5E67EC-372A-44C4-B9DB-937CC6B5E908}"/>
              </a:ext>
            </a:extLst>
          </p:cNvPr>
          <p:cNvSpPr>
            <a:spLocks xmlns:a="http://schemas.openxmlformats.org/drawingml/2006/main" noGrp="1"/>
          </p:cNvSpPr>
          <p:nvPr/>
        </p:nvSpPr>
        <p:spPr>
          <a:xfrm xmlns:a="http://schemas.openxmlformats.org/drawingml/2006/main">
            <a:off x="685800" y="762000"/>
            <a:ext cx="114300" cy="4095750"/>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EE3C2AF-882F-4600-83DE-ACFA62CFEC02}"/>
              </a:ext>
            </a:extLst>
          </p:cNvPr>
          <p:cNvSpPr>
            <a:spLocks xmlns:a="http://schemas.openxmlformats.org/drawingml/2006/main" noGrp="1"/>
          </p:cNvSpPr>
          <p:nvPr/>
        </p:nvSpPr>
        <p:spPr>
          <a:xfrm xmlns:a="http://schemas.openxmlformats.org/drawingml/2006/main">
            <a:off x="1095375" y="876300"/>
            <a:ext cx="5715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1">
                <a:solidFill>
                  <a:srgbClr val="9FC9D6"/>
                </a:solidFill>
                <a:latin typeface="Arial"/>
                <a:ea typeface="Arial"/>
                <a:cs typeface="Arial"/>
              </a:defRPr>
            </a:pPr>
            <a:r>
              <a:rPr sz="1875" b="1">
                <a:solidFill>
                  <a:srgbClr val="9FC9D6"/>
                </a:solidFill>
                <a:latin typeface="Arial"/>
                <a:ea typeface="Arial"/>
                <a:cs typeface="Arial"/>
              </a:rPr>
              <a:t>TestPilot</a:t>
            </a:r>
          </a:p>
        </p:txBody>
      </p:sp>
      <p:sp>
        <p:nvSpPr>
          <p:cNvPr id="3" name="">
            <a:extLst xmlns:a="http://schemas.openxmlformats.org/drawingml/2006/main">
              <a:ext uri="{FF2B5EF4-FFF2-40B4-BE49-F238E27FC236}">
                <a16:creationId xmlns:a16="http://schemas.microsoft.com/office/drawing/2014/main" id="{F6A90FC0-CD10-4795-8518-3181CBA27BA7}"/>
              </a:ext>
            </a:extLst>
          </p:cNvPr>
          <p:cNvSpPr>
            <a:spLocks xmlns:a="http://schemas.openxmlformats.org/drawingml/2006/main" noGrp="1"/>
          </p:cNvSpPr>
          <p:nvPr/>
        </p:nvSpPr>
        <p:spPr>
          <a:xfrm xmlns:a="http://schemas.openxmlformats.org/drawingml/2006/main">
            <a:off x="1095375" y="1476375"/>
            <a:ext cx="85725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Một kịch bản</a:t>
            </a:r>
          </a:p>
          <a:p xmlns:a="http://schemas.openxmlformats.org/drawingml/2006/main">
            <a:pPr algn="l">
              <a:defRPr sz="4800" b="1">
                <a:solidFill>
                  <a:srgbClr val="FFFFFF"/>
                </a:solidFill>
                <a:latin typeface="Arial"/>
                <a:ea typeface="Arial"/>
                <a:cs typeface="Arial"/>
              </a:defRPr>
            </a:pPr>
            <a:r>
              <a:rPr sz="4800" b="1">
                <a:solidFill>
                  <a:srgbClr val="FFFFFF"/>
                </a:solidFill>
                <a:latin typeface="Arial"/>
                <a:ea typeface="Arial"/>
                <a:cs typeface="Arial"/>
              </a:rPr>
              <a:t>Ba cách vận hành</a:t>
            </a:r>
          </a:p>
        </p:txBody>
      </p:sp>
      <p:sp>
        <p:nvSpPr>
          <p:cNvPr id="4" name="">
            <a:extLst xmlns:a="http://schemas.openxmlformats.org/drawingml/2006/main">
              <a:ext uri="{FF2B5EF4-FFF2-40B4-BE49-F238E27FC236}">
                <a16:creationId xmlns:a16="http://schemas.microsoft.com/office/drawing/2014/main" id="{66FFB77B-BD67-47CD-8904-9224D37644AE}"/>
              </a:ext>
            </a:extLst>
          </p:cNvPr>
          <p:cNvSpPr>
            <a:spLocks xmlns:a="http://schemas.openxmlformats.org/drawingml/2006/main" noGrp="1"/>
          </p:cNvSpPr>
          <p:nvPr/>
        </p:nvSpPr>
        <p:spPr>
          <a:xfrm xmlns:a="http://schemas.openxmlformats.org/drawingml/2006/main">
            <a:off x="1123950" y="3524250"/>
            <a:ext cx="962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875" b="0">
                <a:solidFill>
                  <a:srgbClr val="C8D8E3"/>
                </a:solidFill>
                <a:latin typeface="Arial"/>
                <a:ea typeface="Arial"/>
                <a:cs typeface="Arial"/>
              </a:defRPr>
            </a:pPr>
            <a:r>
              <a:rPr sz="1875" b="0">
                <a:solidFill>
                  <a:srgbClr val="C8D8E3"/>
                </a:solidFill>
                <a:latin typeface="Arial"/>
                <a:ea typeface="Arial"/>
                <a:cs typeface="Arial"/>
              </a:rPr>
              <a:t>Device Farm Runner   Local Runner   App Studio Workflow</a:t>
            </a:r>
          </a:p>
        </p:txBody>
      </p:sp>
      <p:sp>
        <p:nvSpPr>
          <p:cNvPr id="5" name="">
            <a:extLst xmlns:a="http://schemas.openxmlformats.org/drawingml/2006/main">
              <a:ext uri="{FF2B5EF4-FFF2-40B4-BE49-F238E27FC236}">
                <a16:creationId xmlns:a16="http://schemas.microsoft.com/office/drawing/2014/main" id="{FA0BCD5C-9E8F-4997-AABF-42D488998A6A}"/>
              </a:ext>
            </a:extLst>
          </p:cNvPr>
          <p:cNvSpPr>
            <a:spLocks xmlns:a="http://schemas.openxmlformats.org/drawingml/2006/main" noGrp="1"/>
          </p:cNvSpPr>
          <p:nvPr/>
        </p:nvSpPr>
        <p:spPr>
          <a:xfrm xmlns:a="http://schemas.openxmlformats.org/drawingml/2006/main">
            <a:off x="1123950" y="423862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Từ độ phủ thiết bị đến tự động hoá toàn bộ vòng đời kiểm thử</a:t>
            </a:r>
          </a:p>
        </p:txBody>
      </p:sp>
      <p:sp>
        <p:nvSpPr>
          <p:cNvPr id="6" name="">
            <a:extLst xmlns:a="http://schemas.openxmlformats.org/drawingml/2006/main">
              <a:ext uri="{FF2B5EF4-FFF2-40B4-BE49-F238E27FC236}">
                <a16:creationId xmlns:a16="http://schemas.microsoft.com/office/drawing/2014/main" id="{022A3D1B-4A9F-4D2C-A459-C1508889B9F8}"/>
              </a:ext>
            </a:extLst>
          </p:cNvPr>
          <p:cNvSpPr>
            <a:spLocks xmlns:a="http://schemas.openxmlformats.org/drawingml/2006/main" noGrp="1"/>
          </p:cNvSpPr>
          <p:nvPr/>
        </p:nvSpPr>
        <p:spPr>
          <a:xfrm xmlns:a="http://schemas.openxmlformats.org/drawingml/2006/main">
            <a:off x="8763000" y="1143000"/>
            <a:ext cx="2000250" cy="904875"/>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CLOUD</a:t>
            </a:r>
          </a:p>
        </p:txBody>
      </p:sp>
      <p:sp>
        <p:nvSpPr>
          <p:cNvPr id="7" name="">
            <a:extLst xmlns:a="http://schemas.openxmlformats.org/drawingml/2006/main">
              <a:ext uri="{FF2B5EF4-FFF2-40B4-BE49-F238E27FC236}">
                <a16:creationId xmlns:a16="http://schemas.microsoft.com/office/drawing/2014/main" id="{8B4363B3-A4AD-4914-BF69-F4D2911C7B06}"/>
              </a:ext>
            </a:extLst>
          </p:cNvPr>
          <p:cNvSpPr>
            <a:spLocks xmlns:a="http://schemas.openxmlformats.org/drawingml/2006/main" noGrp="1"/>
          </p:cNvSpPr>
          <p:nvPr/>
        </p:nvSpPr>
        <p:spPr>
          <a:xfrm xmlns:a="http://schemas.openxmlformats.org/drawingml/2006/main">
            <a:off x="8001000" y="2590800"/>
            <a:ext cx="2000250" cy="904875"/>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LOCAL</a:t>
            </a:r>
          </a:p>
        </p:txBody>
      </p:sp>
      <p:sp>
        <p:nvSpPr>
          <p:cNvPr id="8" name="">
            <a:extLst xmlns:a="http://schemas.openxmlformats.org/drawingml/2006/main">
              <a:ext uri="{FF2B5EF4-FFF2-40B4-BE49-F238E27FC236}">
                <a16:creationId xmlns:a16="http://schemas.microsoft.com/office/drawing/2014/main" id="{32DCD501-4FAA-4B3A-81BE-E2657831ACDE}"/>
              </a:ext>
            </a:extLst>
          </p:cNvPr>
          <p:cNvSpPr>
            <a:spLocks xmlns:a="http://schemas.openxmlformats.org/drawingml/2006/main" noGrp="1"/>
          </p:cNvSpPr>
          <p:nvPr/>
        </p:nvSpPr>
        <p:spPr>
          <a:xfrm xmlns:a="http://schemas.openxmlformats.org/drawingml/2006/main">
            <a:off x="9334500" y="40386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82431"/>
                </a:solidFill>
                <a:latin typeface="Arial"/>
                <a:ea typeface="Arial"/>
                <a:cs typeface="Arial"/>
              </a:defRPr>
            </a:pPr>
            <a:r>
              <a:rPr sz="1950" b="1">
                <a:solidFill>
                  <a:srgbClr val="182431"/>
                </a:solidFill>
                <a:latin typeface="Arial"/>
                <a:ea typeface="Arial"/>
                <a:cs typeface="Arial"/>
              </a:rPr>
              <a:t>STUDIO</a:t>
            </a:r>
          </a:p>
        </p:txBody>
      </p:sp>
    </p:spTree>
    <p:extLst>
      <p:ext uri="{BB962C8B-B14F-4D97-AF65-F5344CB8AC3E}">
        <p14:creationId xmlns:p14="http://schemas.microsoft.com/office/powerpoint/2010/main" val="14201751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955546-ABD9-4400-B653-028E902D7524}"/>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BỨC TRANH TỔNG THỂ</a:t>
            </a:r>
          </a:p>
        </p:txBody>
      </p:sp>
      <p:sp>
        <p:nvSpPr>
          <p:cNvPr id="2" name="">
            <a:extLst xmlns:a="http://schemas.openxmlformats.org/drawingml/2006/main">
              <a:ext uri="{FF2B5EF4-FFF2-40B4-BE49-F238E27FC236}">
                <a16:creationId xmlns:a16="http://schemas.microsoft.com/office/drawing/2014/main" id="{F34EC54E-753D-4A24-B4DE-740F3CDF972E}"/>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Một feature, ba mục tiêu kiểm thử</a:t>
            </a:r>
          </a:p>
        </p:txBody>
      </p:sp>
      <p:sp>
        <p:nvSpPr>
          <p:cNvPr id="3" name="">
            <a:extLst xmlns:a="http://schemas.openxmlformats.org/drawingml/2006/main">
              <a:ext uri="{FF2B5EF4-FFF2-40B4-BE49-F238E27FC236}">
                <a16:creationId xmlns:a16="http://schemas.microsoft.com/office/drawing/2014/main" id="{76CE7744-236D-4E25-86A9-236642697849}"/>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5768FB-AA9C-407F-A3E0-BD5B419CED0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94E9C1D-A3D9-4128-A218-0C0C9FAF83F1}"/>
              </a:ext>
            </a:extLst>
          </p:cNvPr>
          <p:cNvSpPr>
            <a:spLocks xmlns:a="http://schemas.openxmlformats.org/drawingml/2006/main" noGrp="1"/>
          </p:cNvSpPr>
          <p:nvPr/>
        </p:nvSpPr>
        <p:spPr>
          <a:xfrm xmlns:a="http://schemas.openxmlformats.org/drawingml/2006/main">
            <a:off x="1047750" y="24574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B1028945-80FB-4436-BE8B-1DB98216BA0A}"/>
              </a:ext>
            </a:extLst>
          </p:cNvPr>
          <p:cNvSpPr>
            <a:spLocks xmlns:a="http://schemas.openxmlformats.org/drawingml/2006/main" noGrp="1"/>
          </p:cNvSpPr>
          <p:nvPr/>
        </p:nvSpPr>
        <p:spPr>
          <a:xfrm xmlns:a="http://schemas.openxmlformats.org/drawingml/2006/main">
            <a:off x="1209675" y="27813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0E9745C2-AFEC-4741-93CE-D2812ABD9D7C}"/>
              </a:ext>
            </a:extLst>
          </p:cNvPr>
          <p:cNvSpPr>
            <a:spLocks xmlns:a="http://schemas.openxmlformats.org/drawingml/2006/main" noGrp="1"/>
          </p:cNvSpPr>
          <p:nvPr/>
        </p:nvSpPr>
        <p:spPr>
          <a:xfrm xmlns:a="http://schemas.openxmlformats.org/drawingml/2006/main">
            <a:off x="914400" y="29527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878BB178-C806-4F55-B641-3161F4389E81}"/>
              </a:ext>
            </a:extLst>
          </p:cNvPr>
          <p:cNvSpPr>
            <a:spLocks xmlns:a="http://schemas.openxmlformats.org/drawingml/2006/main" noGrp="1"/>
          </p:cNvSpPr>
          <p:nvPr/>
        </p:nvSpPr>
        <p:spPr>
          <a:xfrm xmlns:a="http://schemas.openxmlformats.org/drawingml/2006/main">
            <a:off x="104775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7972E132-652A-43CF-8C52-149486AF7A53}"/>
              </a:ext>
            </a:extLst>
          </p:cNvPr>
          <p:cNvSpPr>
            <a:spLocks xmlns:a="http://schemas.openxmlformats.org/drawingml/2006/main" noGrp="1"/>
          </p:cNvSpPr>
          <p:nvPr/>
        </p:nvSpPr>
        <p:spPr>
          <a:xfrm xmlns:a="http://schemas.openxmlformats.org/drawingml/2006/main">
            <a:off x="1371600" y="32861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0350506B-1410-428B-ADC3-484EAAF6F543}"/>
              </a:ext>
            </a:extLst>
          </p:cNvPr>
          <p:cNvSpPr>
            <a:spLocks xmlns:a="http://schemas.openxmlformats.org/drawingml/2006/main" noGrp="1"/>
          </p:cNvSpPr>
          <p:nvPr/>
        </p:nvSpPr>
        <p:spPr>
          <a:xfrm xmlns:a="http://schemas.openxmlformats.org/drawingml/2006/main">
            <a:off x="647700" y="37147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992"/>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 / Developer</a:t>
            </a:r>
          </a:p>
        </p:txBody>
      </p:sp>
      <p:sp>
        <p:nvSpPr>
          <p:cNvPr id="11" name="">
            <a:extLst xmlns:a="http://schemas.openxmlformats.org/drawingml/2006/main">
              <a:ext uri="{FF2B5EF4-FFF2-40B4-BE49-F238E27FC236}">
                <a16:creationId xmlns:a16="http://schemas.microsoft.com/office/drawing/2014/main" id="{5DFA0583-E601-407E-B29F-4F29216ABAA3}"/>
              </a:ext>
            </a:extLst>
          </p:cNvPr>
          <p:cNvSpPr>
            <a:spLocks xmlns:a="http://schemas.openxmlformats.org/drawingml/2006/main" noGrp="1"/>
          </p:cNvSpPr>
          <p:nvPr/>
        </p:nvSpPr>
        <p:spPr>
          <a:xfrm xmlns:a="http://schemas.openxmlformats.org/drawingml/2006/main">
            <a:off x="3143250" y="2457450"/>
            <a:ext cx="2476500" cy="1143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9919"/>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Kịch bản theo ý định</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Gherkin + registry</a:t>
            </a:r>
          </a:p>
        </p:txBody>
      </p:sp>
      <p:sp>
        <p:nvSpPr>
          <p:cNvPr id="12" name="">
            <a:extLst xmlns:a="http://schemas.openxmlformats.org/drawingml/2006/main">
              <a:ext uri="{FF2B5EF4-FFF2-40B4-BE49-F238E27FC236}">
                <a16:creationId xmlns:a16="http://schemas.microsoft.com/office/drawing/2014/main" id="{363480CE-6B52-46D7-8CCE-41DEC6F3142A}"/>
              </a:ext>
            </a:extLst>
          </p:cNvPr>
          <p:cNvSpPr>
            <a:spLocks xmlns:a="http://schemas.openxmlformats.org/drawingml/2006/main" noGrp="1"/>
          </p:cNvSpPr>
          <p:nvPr/>
        </p:nvSpPr>
        <p:spPr>
          <a:xfrm xmlns:a="http://schemas.openxmlformats.org/drawingml/2006/main">
            <a:off x="7239000" y="1476375"/>
            <a:ext cx="3143250" cy="8572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Độ phủ thiết bị thật</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Device Farm Runner</a:t>
            </a:r>
          </a:p>
        </p:txBody>
      </p:sp>
      <p:sp>
        <p:nvSpPr>
          <p:cNvPr id="13" name="">
            <a:extLst xmlns:a="http://schemas.openxmlformats.org/drawingml/2006/main">
              <a:ext uri="{FF2B5EF4-FFF2-40B4-BE49-F238E27FC236}">
                <a16:creationId xmlns:a16="http://schemas.microsoft.com/office/drawing/2014/main" id="{7BC58685-8C7F-460D-B9CD-4F42C2525CAD}"/>
              </a:ext>
            </a:extLst>
          </p:cNvPr>
          <p:cNvSpPr>
            <a:spLocks xmlns:a="http://schemas.openxmlformats.org/drawingml/2006/main" noGrp="1"/>
          </p:cNvSpPr>
          <p:nvPr/>
        </p:nvSpPr>
        <p:spPr>
          <a:xfrm xmlns:a="http://schemas.openxmlformats.org/drawingml/2006/main">
            <a:off x="7239000" y="2762250"/>
            <a:ext cx="3143250" cy="8572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9948"/>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Phản hồi và debug nhanh</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Local Runner</a:t>
            </a:r>
          </a:p>
        </p:txBody>
      </p:sp>
      <p:sp>
        <p:nvSpPr>
          <p:cNvPr id="14" name="">
            <a:extLst xmlns:a="http://schemas.openxmlformats.org/drawingml/2006/main">
              <a:ext uri="{FF2B5EF4-FFF2-40B4-BE49-F238E27FC236}">
                <a16:creationId xmlns:a16="http://schemas.microsoft.com/office/drawing/2014/main" id="{EF98DEC5-9ABA-484A-A7AD-27242AD2344E}"/>
              </a:ext>
            </a:extLst>
          </p:cNvPr>
          <p:cNvSpPr>
            <a:spLocks xmlns:a="http://schemas.openxmlformats.org/drawingml/2006/main" noGrp="1"/>
          </p:cNvSpPr>
          <p:nvPr/>
        </p:nvSpPr>
        <p:spPr>
          <a:xfrm xmlns:a="http://schemas.openxmlformats.org/drawingml/2006/main">
            <a:off x="7239000" y="4048125"/>
            <a:ext cx="3143250" cy="85725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5016"/>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Tự động hoá toàn vòng đời</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6" name=""/>
          <p:cNvCxnSpPr>
            <a:stCxn xmlns:a="http://schemas.openxmlformats.org/drawingml/2006/main" id="11" idx="6"/>
            <a:endCxn xmlns:a="http://schemas.openxmlformats.org/drawingml/2006/main" id="12" idx="2"/>
          </p:cNvCxnSpPr>
          <p:nvPr/>
        </p:nvCxnSpPr>
        <p:spPr>
          <a:xfrm xmlns:a="http://schemas.openxmlformats.org/drawingml/2006/main" flipV="1">
            <a:off x="5619750" y="1905000"/>
            <a:ext cx="1619250" cy="11239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7" name=""/>
          <p:cNvCxnSpPr>
            <a:stCxn xmlns:a="http://schemas.openxmlformats.org/drawingml/2006/main" id="11" idx="6"/>
            <a:endCxn xmlns:a="http://schemas.openxmlformats.org/drawingml/2006/main" id="13" idx="2"/>
          </p:cNvCxnSpPr>
          <p:nvPr/>
        </p:nvCxnSpPr>
        <p:spPr>
          <a:xfrm xmlns:a="http://schemas.openxmlformats.org/drawingml/2006/main">
            <a:off x="5619750" y="3028950"/>
            <a:ext cx="1619250" cy="1619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11" idx="6"/>
            <a:endCxn xmlns:a="http://schemas.openxmlformats.org/drawingml/2006/main" id="14" idx="2"/>
          </p:cNvCxnSpPr>
          <p:nvPr/>
        </p:nvCxnSpPr>
        <p:spPr>
          <a:xfrm xmlns:a="http://schemas.openxmlformats.org/drawingml/2006/main">
            <a:off x="5619750" y="3028950"/>
            <a:ext cx="1619250" cy="14478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C014CF77-19D9-415A-A324-7951FA996348}"/>
              </a:ext>
            </a:extLst>
          </p:cNvPr>
          <p:cNvSpPr>
            <a:spLocks xmlns:a="http://schemas.openxmlformats.org/drawingml/2006/main" noGrp="1"/>
          </p:cNvSpPr>
          <p:nvPr/>
        </p:nvSpPr>
        <p:spPr>
          <a:xfrm xmlns:a="http://schemas.openxmlformats.org/drawingml/2006/main">
            <a:off x="2571750" y="5381625"/>
            <a:ext cx="8382000" cy="9525"/>
          </a:xfrm>
          <a:prstGeom xmlns:a="http://schemas.openxmlformats.org/drawingml/2006/main" prst="rect">
            <a:avLst/>
          </a:prstGeom>
          <a:solidFill xmlns:a="http://schemas.openxmlformats.org/drawingml/2006/main">
            <a:srgbClr val="B8C7D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9B93DEC-8081-4E63-A633-7BF71848A6EA}"/>
              </a:ext>
            </a:extLst>
          </p:cNvPr>
          <p:cNvSpPr>
            <a:spLocks xmlns:a="http://schemas.openxmlformats.org/drawingml/2006/main" noGrp="1"/>
          </p:cNvSpPr>
          <p:nvPr/>
        </p:nvSpPr>
        <p:spPr>
          <a:xfrm xmlns:a="http://schemas.openxmlformats.org/drawingml/2006/main">
            <a:off x="2905125" y="5638800"/>
            <a:ext cx="2381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Playwright cho web</a:t>
            </a:r>
          </a:p>
        </p:txBody>
      </p:sp>
      <p:sp>
        <p:nvSpPr>
          <p:cNvPr id="20" name="">
            <a:extLst xmlns:a="http://schemas.openxmlformats.org/drawingml/2006/main">
              <a:ext uri="{FF2B5EF4-FFF2-40B4-BE49-F238E27FC236}">
                <a16:creationId xmlns:a16="http://schemas.microsoft.com/office/drawing/2014/main" id="{DB7E148D-7744-4558-A5EE-9436D084D799}"/>
              </a:ext>
            </a:extLst>
          </p:cNvPr>
          <p:cNvSpPr>
            <a:spLocks xmlns:a="http://schemas.openxmlformats.org/drawingml/2006/main" noGrp="1"/>
          </p:cNvSpPr>
          <p:nvPr/>
        </p:nvSpPr>
        <p:spPr>
          <a:xfrm xmlns:a="http://schemas.openxmlformats.org/drawingml/2006/main">
            <a:off x="5476875" y="5638800"/>
            <a:ext cx="31432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Appium cho Android và iOS</a:t>
            </a:r>
          </a:p>
        </p:txBody>
      </p:sp>
      <p:sp>
        <p:nvSpPr>
          <p:cNvPr id="21" name="">
            <a:extLst xmlns:a="http://schemas.openxmlformats.org/drawingml/2006/main">
              <a:ext uri="{FF2B5EF4-FFF2-40B4-BE49-F238E27FC236}">
                <a16:creationId xmlns:a16="http://schemas.microsoft.com/office/drawing/2014/main" id="{7F4B8F4B-ECA6-49D7-A7CC-E7E7BD7B15A2}"/>
              </a:ext>
            </a:extLst>
          </p:cNvPr>
          <p:cNvSpPr>
            <a:spLocks xmlns:a="http://schemas.openxmlformats.org/drawingml/2006/main" noGrp="1"/>
          </p:cNvSpPr>
          <p:nvPr/>
        </p:nvSpPr>
        <p:spPr>
          <a:xfrm xmlns:a="http://schemas.openxmlformats.org/drawingml/2006/main">
            <a:off x="8810625" y="5638800"/>
            <a:ext cx="2571750" cy="381000"/>
          </a:xfrm>
          <a:prstGeom xmlns:a="http://schemas.openxmlformats.org/drawingml/2006/main" prst="roundRect">
            <a:avLst>
              <a:gd name="adj" fmla="val 20000"/>
            </a:avLst>
          </a:prstGeom>
          <a:solidFill xmlns:a="http://schemas.openxmlformats.org/drawingml/2006/main">
            <a:srgbClr val="F3F7F8"/>
          </a:solidFill>
          <a:ln xmlns:a="http://schemas.openxmlformats.org/drawingml/2006/main" w="0">
            <a:noFill/>
            <a:prstDash val="solid"/>
          </a:ln>
        </p:spPr>
        <p:txBody>
          <a:bodyPr xmlns:a="http://schemas.openxmlformats.org/drawingml/2006/main" anchor="ctr">
            <a:normAutofit fontScale="90197"/>
          </a:bodyPr>
          <a:lstStyle xmlns:a="http://schemas.openxmlformats.org/drawingml/2006/main"/>
          <a:p xmlns:a="http://schemas.openxmlformats.org/drawingml/2006/main">
            <a:pPr algn="ctr">
              <a:defRPr sz="1350" b="1">
                <a:solidFill>
                  <a:srgbClr val="102A43"/>
                </a:solidFill>
                <a:latin typeface="Arial"/>
                <a:ea typeface="Arial"/>
                <a:cs typeface="Arial"/>
              </a:defRPr>
            </a:pPr>
            <a:r>
              <a:rPr sz="1350" b="1">
                <a:solidFill>
                  <a:srgbClr val="102A43"/>
                </a:solidFill>
                <a:latin typeface="Arial"/>
                <a:ea typeface="Arial"/>
                <a:cs typeface="Arial"/>
              </a:rPr>
              <a:t>Report và evidence dùng chung</a:t>
            </a:r>
          </a:p>
        </p:txBody>
      </p:sp>
    </p:spTree>
    <p:extLst>
      <p:ext uri="{BB962C8B-B14F-4D97-AF65-F5344CB8AC3E}">
        <p14:creationId xmlns:p14="http://schemas.microsoft.com/office/powerpoint/2010/main" val="1073777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BD4F146-3AA4-4D90-939D-AA4EDC29FD6B}"/>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ĐỘ PHỦ TRÊN THIẾT BỊ THẬT</a:t>
            </a:r>
          </a:p>
        </p:txBody>
      </p:sp>
      <p:sp>
        <p:nvSpPr>
          <p:cNvPr id="2" name="">
            <a:extLst xmlns:a="http://schemas.openxmlformats.org/drawingml/2006/main">
              <a:ext uri="{FF2B5EF4-FFF2-40B4-BE49-F238E27FC236}">
                <a16:creationId xmlns:a16="http://schemas.microsoft.com/office/drawing/2014/main" id="{6CA7098F-6FE6-4584-BC0C-7C52C5A8596D}"/>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Device Farm Runner</a:t>
            </a:r>
          </a:p>
        </p:txBody>
      </p:sp>
      <p:sp>
        <p:nvSpPr>
          <p:cNvPr id="3" name="">
            <a:extLst xmlns:a="http://schemas.openxmlformats.org/drawingml/2006/main">
              <a:ext uri="{FF2B5EF4-FFF2-40B4-BE49-F238E27FC236}">
                <a16:creationId xmlns:a16="http://schemas.microsoft.com/office/drawing/2014/main" id="{E221D2C5-B2F2-4751-9B20-45D30960EDB1}"/>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8918D58-51CE-485D-AE15-C88344F2B3A0}"/>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F1C139DB-B312-4969-A9F9-15C7BB040444}"/>
              </a:ext>
            </a:extLst>
          </p:cNvPr>
          <p:cNvSpPr>
            <a:spLocks xmlns:a="http://schemas.openxmlformats.org/drawingml/2006/main" noGrp="1"/>
          </p:cNvSpPr>
          <p:nvPr/>
        </p:nvSpPr>
        <p:spPr>
          <a:xfrm xmlns:a="http://schemas.openxmlformats.org/drawingml/2006/main">
            <a:off x="800100" y="23622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9CB395D4-BD12-4187-9FD6-8F9DBBBE36E9}"/>
              </a:ext>
            </a:extLst>
          </p:cNvPr>
          <p:cNvSpPr>
            <a:spLocks xmlns:a="http://schemas.openxmlformats.org/drawingml/2006/main" noGrp="1"/>
          </p:cNvSpPr>
          <p:nvPr/>
        </p:nvSpPr>
        <p:spPr>
          <a:xfrm xmlns:a="http://schemas.openxmlformats.org/drawingml/2006/main">
            <a:off x="962025" y="26860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7CC55951-275A-45E4-BD20-0F2789FCB1B0}"/>
              </a:ext>
            </a:extLst>
          </p:cNvPr>
          <p:cNvSpPr>
            <a:spLocks xmlns:a="http://schemas.openxmlformats.org/drawingml/2006/main" noGrp="1"/>
          </p:cNvSpPr>
          <p:nvPr/>
        </p:nvSpPr>
        <p:spPr>
          <a:xfrm xmlns:a="http://schemas.openxmlformats.org/drawingml/2006/main">
            <a:off x="666750" y="28575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EB3A53B0-A0E4-42F6-AF4F-491B528024DA}"/>
              </a:ext>
            </a:extLst>
          </p:cNvPr>
          <p:cNvSpPr>
            <a:spLocks xmlns:a="http://schemas.openxmlformats.org/drawingml/2006/main" noGrp="1"/>
          </p:cNvSpPr>
          <p:nvPr/>
        </p:nvSpPr>
        <p:spPr>
          <a:xfrm xmlns:a="http://schemas.openxmlformats.org/drawingml/2006/main">
            <a:off x="80010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B1E7B10D-65DF-4B25-8B9C-80CF6F49C5EB}"/>
              </a:ext>
            </a:extLst>
          </p:cNvPr>
          <p:cNvSpPr>
            <a:spLocks xmlns:a="http://schemas.openxmlformats.org/drawingml/2006/main" noGrp="1"/>
          </p:cNvSpPr>
          <p:nvPr/>
        </p:nvSpPr>
        <p:spPr>
          <a:xfrm xmlns:a="http://schemas.openxmlformats.org/drawingml/2006/main">
            <a:off x="1123950" y="31908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5F69DB3C-E3E0-4D16-BB03-941E4B0D48D6}"/>
              </a:ext>
            </a:extLst>
          </p:cNvPr>
          <p:cNvSpPr>
            <a:spLocks xmlns:a="http://schemas.openxmlformats.org/drawingml/2006/main" noGrp="1"/>
          </p:cNvSpPr>
          <p:nvPr/>
        </p:nvSpPr>
        <p:spPr>
          <a:xfrm xmlns:a="http://schemas.openxmlformats.org/drawingml/2006/main">
            <a:off x="400050" y="36195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QA</a:t>
            </a:r>
          </a:p>
        </p:txBody>
      </p:sp>
      <p:sp>
        <p:nvSpPr>
          <p:cNvPr id="11" name="">
            <a:extLst xmlns:a="http://schemas.openxmlformats.org/drawingml/2006/main">
              <a:ext uri="{FF2B5EF4-FFF2-40B4-BE49-F238E27FC236}">
                <a16:creationId xmlns:a16="http://schemas.microsoft.com/office/drawing/2014/main" id="{2E333E3D-3981-427E-A572-8C67D3EED83C}"/>
              </a:ext>
            </a:extLst>
          </p:cNvPr>
          <p:cNvSpPr>
            <a:spLocks xmlns:a="http://schemas.openxmlformats.org/drawingml/2006/main" noGrp="1"/>
          </p:cNvSpPr>
          <p:nvPr/>
        </p:nvSpPr>
        <p:spPr>
          <a:xfrm xmlns:a="http://schemas.openxmlformats.org/drawingml/2006/main">
            <a:off x="2000250" y="1428750"/>
            <a:ext cx="8953500" cy="3476625"/>
          </a:xfrm>
          <a:prstGeom xmlns:a="http://schemas.openxmlformats.org/drawingml/2006/main" prst="roundRect">
            <a:avLst>
              <a:gd name="adj" fmla="val 2192"/>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463B2D5E-47A7-42B1-BF55-AD43DC9790C4}"/>
              </a:ext>
            </a:extLst>
          </p:cNvPr>
          <p:cNvSpPr>
            <a:spLocks xmlns:a="http://schemas.openxmlformats.org/drawingml/2006/main" noGrp="1"/>
          </p:cNvSpPr>
          <p:nvPr/>
        </p:nvSpPr>
        <p:spPr>
          <a:xfrm xmlns:a="http://schemas.openxmlformats.org/drawingml/2006/main">
            <a:off x="2238375" y="1571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TESTPILOT</a:t>
            </a:r>
          </a:p>
        </p:txBody>
      </p:sp>
      <p:sp>
        <p:nvSpPr>
          <p:cNvPr id="13" name="">
            <a:extLst xmlns:a="http://schemas.openxmlformats.org/drawingml/2006/main">
              <a:ext uri="{FF2B5EF4-FFF2-40B4-BE49-F238E27FC236}">
                <a16:creationId xmlns:a16="http://schemas.microsoft.com/office/drawing/2014/main" id="{58463984-326D-4CE7-80DB-49FFA83AF826}"/>
              </a:ext>
            </a:extLst>
          </p:cNvPr>
          <p:cNvSpPr>
            <a:spLocks xmlns:a="http://schemas.openxmlformats.org/drawingml/2006/main" noGrp="1"/>
          </p:cNvSpPr>
          <p:nvPr/>
        </p:nvSpPr>
        <p:spPr>
          <a:xfrm xmlns:a="http://schemas.openxmlformats.org/drawingml/2006/main">
            <a:off x="2428875"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Đóng gói</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 + test</a:t>
            </a:r>
          </a:p>
        </p:txBody>
      </p:sp>
      <p:sp>
        <p:nvSpPr>
          <p:cNvPr id="14" name="">
            <a:extLst xmlns:a="http://schemas.openxmlformats.org/drawingml/2006/main">
              <a:ext uri="{FF2B5EF4-FFF2-40B4-BE49-F238E27FC236}">
                <a16:creationId xmlns:a16="http://schemas.microsoft.com/office/drawing/2014/main" id="{1136D72D-0C8F-43A6-B5CC-1B1D18EF4F9D}"/>
              </a:ext>
            </a:extLst>
          </p:cNvPr>
          <p:cNvSpPr>
            <a:spLocks xmlns:a="http://schemas.openxmlformats.org/drawingml/2006/main" noGrp="1"/>
          </p:cNvSpPr>
          <p:nvPr/>
        </p:nvSpPr>
        <p:spPr>
          <a:xfrm xmlns:a="http://schemas.openxmlformats.org/drawingml/2006/main">
            <a:off x="4762500" y="2190750"/>
            <a:ext cx="1809750"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69639"/>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 SDK</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upload + schedule</a:t>
            </a:r>
          </a:p>
        </p:txBody>
      </p:sp>
      <p:sp>
        <p:nvSpPr>
          <p:cNvPr id="15" name="">
            <a:extLst xmlns:a="http://schemas.openxmlformats.org/drawingml/2006/main">
              <a:ext uri="{FF2B5EF4-FFF2-40B4-BE49-F238E27FC236}">
                <a16:creationId xmlns:a16="http://schemas.microsoft.com/office/drawing/2014/main" id="{F2C42F9A-8570-47D1-8C4D-FCA8BF967D7B}"/>
              </a:ext>
            </a:extLst>
          </p:cNvPr>
          <p:cNvSpPr>
            <a:spLocks xmlns:a="http://schemas.openxmlformats.org/drawingml/2006/main" noGrp="1"/>
          </p:cNvSpPr>
          <p:nvPr/>
        </p:nvSpPr>
        <p:spPr>
          <a:xfrm xmlns:a="http://schemas.openxmlformats.org/drawingml/2006/main">
            <a:off x="7096125" y="2190750"/>
            <a:ext cx="1809750" cy="7239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91959"/>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Mỗi thiết bị</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là một job</a:t>
            </a:r>
          </a:p>
        </p:txBody>
      </p:sp>
      <p:sp>
        <p:nvSpPr>
          <p:cNvPr id="16" name="">
            <a:extLst xmlns:a="http://schemas.openxmlformats.org/drawingml/2006/main">
              <a:ext uri="{FF2B5EF4-FFF2-40B4-BE49-F238E27FC236}">
                <a16:creationId xmlns:a16="http://schemas.microsoft.com/office/drawing/2014/main" id="{C6213ECA-937F-4390-9C8B-AF831F8108B1}"/>
              </a:ext>
            </a:extLst>
          </p:cNvPr>
          <p:cNvSpPr>
            <a:spLocks xmlns:a="http://schemas.openxmlformats.org/drawingml/2006/main" noGrp="1"/>
          </p:cNvSpPr>
          <p:nvPr/>
        </p:nvSpPr>
        <p:spPr>
          <a:xfrm xmlns:a="http://schemas.openxmlformats.org/drawingml/2006/main">
            <a:off x="9239250" y="2190750"/>
            <a:ext cx="1381125" cy="723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96798"/>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Kết quả</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AWS</a:t>
            </a:r>
          </a:p>
        </p:txBody>
      </p:sp>
      <p:cxnSp>
        <p:nvCxnSpPr>
          <p:cNvPr id="49" name=""/>
          <p:cNvCxnSpPr>
            <a:stCxn xmlns:a="http://schemas.openxmlformats.org/drawingml/2006/main" id="13" idx="6"/>
            <a:endCxn xmlns:a="http://schemas.openxmlformats.org/drawingml/2006/main" id="14" idx="2"/>
          </p:cNvCxnSpPr>
          <p:nvPr/>
        </p:nvCxnSpPr>
        <p:spPr>
          <a:xfrm xmlns:a="http://schemas.openxmlformats.org/drawingml/2006/main">
            <a:off x="4238625"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4" idx="6"/>
            <a:endCxn xmlns:a="http://schemas.openxmlformats.org/drawingml/2006/main" id="15" idx="2"/>
          </p:cNvCxnSpPr>
          <p:nvPr/>
        </p:nvCxnSpPr>
        <p:spPr>
          <a:xfrm xmlns:a="http://schemas.openxmlformats.org/drawingml/2006/main">
            <a:off x="6572250" y="2552700"/>
            <a:ext cx="5238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1" name=""/>
          <p:cNvCxnSpPr>
            <a:stCxn xmlns:a="http://schemas.openxmlformats.org/drawingml/2006/main" id="15" idx="6"/>
            <a:endCxn xmlns:a="http://schemas.openxmlformats.org/drawingml/2006/main" id="16" idx="2"/>
          </p:cNvCxnSpPr>
          <p:nvPr/>
        </p:nvCxnSpPr>
        <p:spPr>
          <a:xfrm xmlns:a="http://schemas.openxmlformats.org/drawingml/2006/main">
            <a:off x="8905875" y="2552700"/>
            <a:ext cx="333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67C455F1-3814-4F2F-9057-648252936CD1}"/>
              </a:ext>
            </a:extLst>
          </p:cNvPr>
          <p:cNvSpPr>
            <a:spLocks xmlns:a="http://schemas.openxmlformats.org/drawingml/2006/main" noGrp="1"/>
          </p:cNvSpPr>
          <p:nvPr/>
        </p:nvSpPr>
        <p:spPr>
          <a:xfrm xmlns:a="http://schemas.openxmlformats.org/drawingml/2006/main">
            <a:off x="4238625" y="3714750"/>
            <a:ext cx="1809750" cy="6477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Theo dõi trạng thái</a:t>
            </a:r>
          </a:p>
        </p:txBody>
      </p:sp>
      <p:sp>
        <p:nvSpPr>
          <p:cNvPr id="21" name="">
            <a:extLst xmlns:a="http://schemas.openxmlformats.org/drawingml/2006/main">
              <a:ext uri="{FF2B5EF4-FFF2-40B4-BE49-F238E27FC236}">
                <a16:creationId xmlns:a16="http://schemas.microsoft.com/office/drawing/2014/main" id="{C3CE4595-5F84-47A9-807D-8EDB9910C7A3}"/>
              </a:ext>
            </a:extLst>
          </p:cNvPr>
          <p:cNvSpPr>
            <a:spLocks xmlns:a="http://schemas.openxmlformats.org/drawingml/2006/main" noGrp="1"/>
          </p:cNvSpPr>
          <p:nvPr/>
        </p:nvSpPr>
        <p:spPr>
          <a:xfrm xmlns:a="http://schemas.openxmlformats.org/drawingml/2006/main">
            <a:off x="7524750" y="3714750"/>
            <a:ext cx="2190750" cy="6477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439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ảnh + video</a:t>
            </a:r>
          </a:p>
        </p:txBody>
      </p:sp>
      <p:cxnSp>
        <p:nvCxnSpPr>
          <p:cNvPr id="54" name=""/>
          <p:cNvCxnSpPr>
            <a:stCxn xmlns:a="http://schemas.openxmlformats.org/drawingml/2006/main" id="15" idx="4"/>
            <a:endCxn xmlns:a="http://schemas.openxmlformats.org/drawingml/2006/main" id="20" idx="0"/>
          </p:cNvCxnSpPr>
          <p:nvPr/>
        </p:nvCxnSpPr>
        <p:spPr>
          <a:xfrm xmlns:a="http://schemas.openxmlformats.org/drawingml/2006/main" flipH="1">
            <a:off x="5143500" y="2914650"/>
            <a:ext cx="2857500" cy="800100"/>
          </a:xfrm>
          <a:prstGeom xmlns:a="http://schemas.openxmlformats.org/drawingml/2006/main" prst="straightConnector1">
            <a:avLst/>
          </a:prstGeom>
          <a:ln xmlns:a="http://schemas.openxmlformats.org/drawingml/2006/main" w="19050">
            <a:solidFill>
              <a:srgbClr val="B8C7D1"/>
            </a:solidFill>
            <a:prstDash val="dash"/>
          </a:ln>
        </p:spPr>
      </p:cxnSp>
      <p:cxnSp>
        <p:nvCxnSpPr>
          <p:cNvPr id="55" name=""/>
          <p:cNvCxnSpPr>
            <a:stCxn xmlns:a="http://schemas.openxmlformats.org/drawingml/2006/main" id="16" idx="4"/>
            <a:endCxn xmlns:a="http://schemas.openxmlformats.org/drawingml/2006/main" id="21" idx="0"/>
          </p:cNvCxnSpPr>
          <p:nvPr/>
        </p:nvCxnSpPr>
        <p:spPr>
          <a:xfrm xmlns:a="http://schemas.openxmlformats.org/drawingml/2006/main" flipH="1">
            <a:off x="8620125" y="2914650"/>
            <a:ext cx="1309688"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6" name=""/>
          <p:cNvCxnSpPr>
            <a:stCxn xmlns:a="http://schemas.openxmlformats.org/drawingml/2006/main" id="20" idx="6"/>
            <a:endCxn xmlns:a="http://schemas.openxmlformats.org/drawingml/2006/main" id="21" idx="2"/>
          </p:cNvCxnSpPr>
          <p:nvPr/>
        </p:nvCxnSpPr>
        <p:spPr>
          <a:xfrm xmlns:a="http://schemas.openxmlformats.org/drawingml/2006/main">
            <a:off x="6048375" y="4038600"/>
            <a:ext cx="1476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5" name="">
            <a:extLst xmlns:a="http://schemas.openxmlformats.org/drawingml/2006/main">
              <a:ext uri="{FF2B5EF4-FFF2-40B4-BE49-F238E27FC236}">
                <a16:creationId xmlns:a16="http://schemas.microsoft.com/office/drawing/2014/main" id="{8F776010-D300-42D5-818F-BE7F72D7410D}"/>
              </a:ext>
            </a:extLst>
          </p:cNvPr>
          <p:cNvSpPr>
            <a:spLocks xmlns:a="http://schemas.openxmlformats.org/drawingml/2006/main" noGrp="1"/>
          </p:cNvSpPr>
          <p:nvPr/>
        </p:nvSpPr>
        <p:spPr>
          <a:xfrm xmlns:a="http://schemas.openxmlformats.org/drawingml/2006/main">
            <a:off x="685800" y="5286375"/>
            <a:ext cx="504825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CB334D23-D390-4CC2-ACD8-05D854B4A742}"/>
              </a:ext>
            </a:extLst>
          </p:cNvPr>
          <p:cNvSpPr>
            <a:spLocks xmlns:a="http://schemas.openxmlformats.org/drawingml/2006/main" noGrp="1"/>
          </p:cNvSpPr>
          <p:nvPr/>
        </p:nvSpPr>
        <p:spPr>
          <a:xfrm xmlns:a="http://schemas.openxmlformats.org/drawingml/2006/main">
            <a:off x="685800" y="528637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A1F76F9-D952-4D5C-966F-56B0498E1C7C}"/>
              </a:ext>
            </a:extLst>
          </p:cNvPr>
          <p:cNvSpPr>
            <a:spLocks xmlns:a="http://schemas.openxmlformats.org/drawingml/2006/main" noGrp="1"/>
          </p:cNvSpPr>
          <p:nvPr/>
        </p:nvSpPr>
        <p:spPr>
          <a:xfrm xmlns:a="http://schemas.openxmlformats.org/drawingml/2006/main">
            <a:off x="895350"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8" name="">
            <a:extLst xmlns:a="http://schemas.openxmlformats.org/drawingml/2006/main">
              <a:ext uri="{FF2B5EF4-FFF2-40B4-BE49-F238E27FC236}">
                <a16:creationId xmlns:a16="http://schemas.microsoft.com/office/drawing/2014/main" id="{CF603078-3D22-4998-B421-27EF66C26307}"/>
              </a:ext>
            </a:extLst>
          </p:cNvPr>
          <p:cNvSpPr>
            <a:spLocks xmlns:a="http://schemas.openxmlformats.org/drawingml/2006/main" noGrp="1"/>
          </p:cNvSpPr>
          <p:nvPr/>
        </p:nvSpPr>
        <p:spPr>
          <a:xfrm xmlns:a="http://schemas.openxmlformats.org/drawingml/2006/main">
            <a:off x="895350" y="5562600"/>
            <a:ext cx="4686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Không quản lý phòng máy, đa dạng model và OS</a:t>
            </a:r>
          </a:p>
        </p:txBody>
      </p:sp>
      <p:sp>
        <p:nvSpPr>
          <p:cNvPr id="29" name="">
            <a:extLst xmlns:a="http://schemas.openxmlformats.org/drawingml/2006/main">
              <a:ext uri="{FF2B5EF4-FFF2-40B4-BE49-F238E27FC236}">
                <a16:creationId xmlns:a16="http://schemas.microsoft.com/office/drawing/2014/main" id="{D769336C-E8D8-48F4-8653-50A2AA2CDD8C}"/>
              </a:ext>
            </a:extLst>
          </p:cNvPr>
          <p:cNvSpPr>
            <a:spLocks xmlns:a="http://schemas.openxmlformats.org/drawingml/2006/main" noGrp="1"/>
          </p:cNvSpPr>
          <p:nvPr/>
        </p:nvSpPr>
        <p:spPr>
          <a:xfrm xmlns:a="http://schemas.openxmlformats.org/drawingml/2006/main">
            <a:off x="5953125" y="5286375"/>
            <a:ext cx="528637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72CB5B9-1EC6-42D5-94DC-1E045A619B79}"/>
              </a:ext>
            </a:extLst>
          </p:cNvPr>
          <p:cNvSpPr>
            <a:spLocks xmlns:a="http://schemas.openxmlformats.org/drawingml/2006/main" noGrp="1"/>
          </p:cNvSpPr>
          <p:nvPr/>
        </p:nvSpPr>
        <p:spPr>
          <a:xfrm xmlns:a="http://schemas.openxmlformats.org/drawingml/2006/main">
            <a:off x="5953125" y="528637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AA5147C-31AD-434D-9CD4-936F63A7A0F2}"/>
              </a:ext>
            </a:extLst>
          </p:cNvPr>
          <p:cNvSpPr>
            <a:spLocks xmlns:a="http://schemas.openxmlformats.org/drawingml/2006/main" noGrp="1"/>
          </p:cNvSpPr>
          <p:nvPr/>
        </p:nvSpPr>
        <p:spPr>
          <a:xfrm xmlns:a="http://schemas.openxmlformats.org/drawingml/2006/main">
            <a:off x="6162675" y="536257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2" name="">
            <a:extLst xmlns:a="http://schemas.openxmlformats.org/drawingml/2006/main">
              <a:ext uri="{FF2B5EF4-FFF2-40B4-BE49-F238E27FC236}">
                <a16:creationId xmlns:a16="http://schemas.microsoft.com/office/drawing/2014/main" id="{BE2B9C10-7C14-44D5-94BC-D9D1ED12E545}"/>
              </a:ext>
            </a:extLst>
          </p:cNvPr>
          <p:cNvSpPr>
            <a:spLocks xmlns:a="http://schemas.openxmlformats.org/drawingml/2006/main" noGrp="1"/>
          </p:cNvSpPr>
          <p:nvPr/>
        </p:nvSpPr>
        <p:spPr>
          <a:xfrm xmlns:a="http://schemas.openxmlformats.org/drawingml/2006/main">
            <a:off x="6162675" y="5562600"/>
            <a:ext cx="49244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theo phút, có queue, credential và WebView phải sẵn sàng</a:t>
            </a:r>
          </a:p>
        </p:txBody>
      </p:sp>
    </p:spTree>
    <p:extLst>
      <p:ext uri="{BB962C8B-B14F-4D97-AF65-F5344CB8AC3E}">
        <p14:creationId xmlns:p14="http://schemas.microsoft.com/office/powerpoint/2010/main" val="47436380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929AEE9-248F-4094-A86F-F61E1A99BAD2}"/>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VÒNG LẶP PHÁT TRIỂN</a:t>
            </a:r>
          </a:p>
        </p:txBody>
      </p:sp>
      <p:sp>
        <p:nvSpPr>
          <p:cNvPr id="2" name="">
            <a:extLst xmlns:a="http://schemas.openxmlformats.org/drawingml/2006/main">
              <a:ext uri="{FF2B5EF4-FFF2-40B4-BE49-F238E27FC236}">
                <a16:creationId xmlns:a16="http://schemas.microsoft.com/office/drawing/2014/main" id="{6E79DFA6-BB3D-4692-8ADB-BF4EE975FC7A}"/>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Kịch bản và Local Runner</a:t>
            </a:r>
          </a:p>
        </p:txBody>
      </p:sp>
      <p:sp>
        <p:nvSpPr>
          <p:cNvPr id="3" name="">
            <a:extLst xmlns:a="http://schemas.openxmlformats.org/drawingml/2006/main">
              <a:ext uri="{FF2B5EF4-FFF2-40B4-BE49-F238E27FC236}">
                <a16:creationId xmlns:a16="http://schemas.microsoft.com/office/drawing/2014/main" id="{F65D48A9-C124-410E-871C-005D5731D3C3}"/>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7A56B3-EFF4-45FE-B8BC-2BBB88455B57}"/>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900EB01-4CCE-4C6F-A11C-1FE52648BE3C}"/>
              </a:ext>
            </a:extLst>
          </p:cNvPr>
          <p:cNvSpPr>
            <a:spLocks xmlns:a="http://schemas.openxmlformats.org/drawingml/2006/main" noGrp="1"/>
          </p:cNvSpPr>
          <p:nvPr/>
        </p:nvSpPr>
        <p:spPr>
          <a:xfrm xmlns:a="http://schemas.openxmlformats.org/drawingml/2006/main">
            <a:off x="752475" y="238125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33EB3447-F037-4543-BF63-F8D2DFA549D6}"/>
              </a:ext>
            </a:extLst>
          </p:cNvPr>
          <p:cNvSpPr>
            <a:spLocks xmlns:a="http://schemas.openxmlformats.org/drawingml/2006/main" noGrp="1"/>
          </p:cNvSpPr>
          <p:nvPr/>
        </p:nvSpPr>
        <p:spPr>
          <a:xfrm xmlns:a="http://schemas.openxmlformats.org/drawingml/2006/main">
            <a:off x="914400" y="270510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BBA838E5-8C90-433D-8158-6534FECC5198}"/>
              </a:ext>
            </a:extLst>
          </p:cNvPr>
          <p:cNvSpPr>
            <a:spLocks xmlns:a="http://schemas.openxmlformats.org/drawingml/2006/main" noGrp="1"/>
          </p:cNvSpPr>
          <p:nvPr/>
        </p:nvSpPr>
        <p:spPr>
          <a:xfrm xmlns:a="http://schemas.openxmlformats.org/drawingml/2006/main">
            <a:off x="619125" y="287655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3C14687B-5C12-4C40-98FB-68444AEC3740}"/>
              </a:ext>
            </a:extLst>
          </p:cNvPr>
          <p:cNvSpPr>
            <a:spLocks xmlns:a="http://schemas.openxmlformats.org/drawingml/2006/main" noGrp="1"/>
          </p:cNvSpPr>
          <p:nvPr/>
        </p:nvSpPr>
        <p:spPr>
          <a:xfrm xmlns:a="http://schemas.openxmlformats.org/drawingml/2006/main">
            <a:off x="75247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0EBDBAB1-B840-4E64-BD95-32BA9DB61313}"/>
              </a:ext>
            </a:extLst>
          </p:cNvPr>
          <p:cNvSpPr>
            <a:spLocks xmlns:a="http://schemas.openxmlformats.org/drawingml/2006/main" noGrp="1"/>
          </p:cNvSpPr>
          <p:nvPr/>
        </p:nvSpPr>
        <p:spPr>
          <a:xfrm xmlns:a="http://schemas.openxmlformats.org/drawingml/2006/main">
            <a:off x="1076325" y="320992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36F8858C-1D8D-47FE-AC0F-6B4731F436DC}"/>
              </a:ext>
            </a:extLst>
          </p:cNvPr>
          <p:cNvSpPr>
            <a:spLocks xmlns:a="http://schemas.openxmlformats.org/drawingml/2006/main" noGrp="1"/>
          </p:cNvSpPr>
          <p:nvPr/>
        </p:nvSpPr>
        <p:spPr>
          <a:xfrm xmlns:a="http://schemas.openxmlformats.org/drawingml/2006/main">
            <a:off x="352425" y="363855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Developer</a:t>
            </a:r>
          </a:p>
        </p:txBody>
      </p:sp>
      <p:sp>
        <p:nvSpPr>
          <p:cNvPr id="11" name="">
            <a:extLst xmlns:a="http://schemas.openxmlformats.org/drawingml/2006/main">
              <a:ext uri="{FF2B5EF4-FFF2-40B4-BE49-F238E27FC236}">
                <a16:creationId xmlns:a16="http://schemas.microsoft.com/office/drawing/2014/main" id="{87D584C1-97C4-41FA-8DE7-B92381EB08DA}"/>
              </a:ext>
            </a:extLst>
          </p:cNvPr>
          <p:cNvSpPr>
            <a:spLocks xmlns:a="http://schemas.openxmlformats.org/drawingml/2006/main" noGrp="1"/>
          </p:cNvSpPr>
          <p:nvPr/>
        </p:nvSpPr>
        <p:spPr>
          <a:xfrm xmlns:a="http://schemas.openxmlformats.org/drawingml/2006/main">
            <a:off x="2095500" y="2428875"/>
            <a:ext cx="209550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7615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Feature đã duyệt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Tag + environment</a:t>
            </a:r>
          </a:p>
        </p:txBody>
      </p:sp>
      <p:sp>
        <p:nvSpPr>
          <p:cNvPr id="12" name="">
            <a:extLst xmlns:a="http://schemas.openxmlformats.org/drawingml/2006/main">
              <a:ext uri="{FF2B5EF4-FFF2-40B4-BE49-F238E27FC236}">
                <a16:creationId xmlns:a16="http://schemas.microsoft.com/office/drawing/2014/main" id="{15F929E2-0388-4C7C-9836-F2D3910F3A2B}"/>
              </a:ext>
            </a:extLst>
          </p:cNvPr>
          <p:cNvSpPr>
            <a:spLocks xmlns:a="http://schemas.openxmlformats.org/drawingml/2006/main" noGrp="1"/>
          </p:cNvSpPr>
          <p:nvPr/>
        </p:nvSpPr>
        <p:spPr>
          <a:xfrm xmlns:a="http://schemas.openxmlformats.org/drawingml/2006/main">
            <a:off x="4810125" y="2428875"/>
            <a:ext cx="171450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90645"/>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Preflight</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tất cả target</a:t>
            </a:r>
          </a:p>
        </p:txBody>
      </p:sp>
      <p:cxnSp>
        <p:nvCxnSpPr>
          <p:cNvPr id="44" name=""/>
          <p:cNvCxnSpPr>
            <a:stCxn xmlns:a="http://schemas.openxmlformats.org/drawingml/2006/main" id="11" idx="6"/>
            <a:endCxn xmlns:a="http://schemas.openxmlformats.org/drawingml/2006/main" id="12" idx="2"/>
          </p:cNvCxnSpPr>
          <p:nvPr/>
        </p:nvCxnSpPr>
        <p:spPr>
          <a:xfrm xmlns:a="http://schemas.openxmlformats.org/drawingml/2006/main">
            <a:off x="4191000" y="2881313"/>
            <a:ext cx="61912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5BCF2E9F-3512-4302-BE9B-08260200F84F}"/>
              </a:ext>
            </a:extLst>
          </p:cNvPr>
          <p:cNvSpPr>
            <a:spLocks xmlns:a="http://schemas.openxmlformats.org/drawingml/2006/main" noGrp="1"/>
          </p:cNvSpPr>
          <p:nvPr/>
        </p:nvSpPr>
        <p:spPr>
          <a:xfrm xmlns:a="http://schemas.openxmlformats.org/drawingml/2006/main">
            <a:off x="7477125" y="1476375"/>
            <a:ext cx="2000250" cy="6858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Web</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Playwright</a:t>
            </a:r>
          </a:p>
        </p:txBody>
      </p:sp>
      <p:sp>
        <p:nvSpPr>
          <p:cNvPr id="15" name="">
            <a:extLst xmlns:a="http://schemas.openxmlformats.org/drawingml/2006/main">
              <a:ext uri="{FF2B5EF4-FFF2-40B4-BE49-F238E27FC236}">
                <a16:creationId xmlns:a16="http://schemas.microsoft.com/office/drawing/2014/main" id="{7CC82DEA-2CBD-43FF-9C2B-CEA1658A5A13}"/>
              </a:ext>
            </a:extLst>
          </p:cNvPr>
          <p:cNvSpPr>
            <a:spLocks xmlns:a="http://schemas.openxmlformats.org/drawingml/2006/main" noGrp="1"/>
          </p:cNvSpPr>
          <p:nvPr/>
        </p:nvSpPr>
        <p:spPr>
          <a:xfrm xmlns:a="http://schemas.openxmlformats.org/drawingml/2006/main">
            <a:off x="7477125" y="2571750"/>
            <a:ext cx="200025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Android</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sp>
        <p:nvSpPr>
          <p:cNvPr id="16" name="">
            <a:extLst xmlns:a="http://schemas.openxmlformats.org/drawingml/2006/main">
              <a:ext uri="{FF2B5EF4-FFF2-40B4-BE49-F238E27FC236}">
                <a16:creationId xmlns:a16="http://schemas.microsoft.com/office/drawing/2014/main" id="{7C38ABF0-8F74-49A2-BC7F-6A7D88F7A301}"/>
              </a:ext>
            </a:extLst>
          </p:cNvPr>
          <p:cNvSpPr>
            <a:spLocks xmlns:a="http://schemas.openxmlformats.org/drawingml/2006/main" noGrp="1"/>
          </p:cNvSpPr>
          <p:nvPr/>
        </p:nvSpPr>
        <p:spPr>
          <a:xfrm xmlns:a="http://schemas.openxmlformats.org/drawingml/2006/main">
            <a:off x="7477125" y="3667125"/>
            <a:ext cx="2000250" cy="6858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606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iOS</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Appium</a:t>
            </a:r>
          </a:p>
        </p:txBody>
      </p:sp>
      <p:cxnSp>
        <p:nvCxnSpPr>
          <p:cNvPr id="48" name=""/>
          <p:cNvCxnSpPr>
            <a:stCxn xmlns:a="http://schemas.openxmlformats.org/drawingml/2006/main" id="12" idx="6"/>
            <a:endCxn xmlns:a="http://schemas.openxmlformats.org/drawingml/2006/main" id="14" idx="2"/>
          </p:cNvCxnSpPr>
          <p:nvPr/>
        </p:nvCxnSpPr>
        <p:spPr>
          <a:xfrm xmlns:a="http://schemas.openxmlformats.org/drawingml/2006/main" flipV="1">
            <a:off x="6524625" y="1819275"/>
            <a:ext cx="952500" cy="10620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9" name=""/>
          <p:cNvCxnSpPr>
            <a:stCxn xmlns:a="http://schemas.openxmlformats.org/drawingml/2006/main" id="12" idx="6"/>
            <a:endCxn xmlns:a="http://schemas.openxmlformats.org/drawingml/2006/main" id="15" idx="2"/>
          </p:cNvCxnSpPr>
          <p:nvPr/>
        </p:nvCxnSpPr>
        <p:spPr>
          <a:xfrm xmlns:a="http://schemas.openxmlformats.org/drawingml/2006/main">
            <a:off x="6524625" y="2881313"/>
            <a:ext cx="952500" cy="333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2" idx="6"/>
            <a:endCxn xmlns:a="http://schemas.openxmlformats.org/drawingml/2006/main" id="16" idx="2"/>
          </p:cNvCxnSpPr>
          <p:nvPr/>
        </p:nvCxnSpPr>
        <p:spPr>
          <a:xfrm xmlns:a="http://schemas.openxmlformats.org/drawingml/2006/main">
            <a:off x="6524625" y="2881313"/>
            <a:ext cx="952500" cy="11287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0" name="">
            <a:extLst xmlns:a="http://schemas.openxmlformats.org/drawingml/2006/main">
              <a:ext uri="{FF2B5EF4-FFF2-40B4-BE49-F238E27FC236}">
                <a16:creationId xmlns:a16="http://schemas.microsoft.com/office/drawing/2014/main" id="{9D11FAC1-13B5-42AA-8D66-0DEC62417476}"/>
              </a:ext>
            </a:extLst>
          </p:cNvPr>
          <p:cNvSpPr>
            <a:spLocks xmlns:a="http://schemas.openxmlformats.org/drawingml/2006/main" noGrp="1"/>
          </p:cNvSpPr>
          <p:nvPr/>
        </p:nvSpPr>
        <p:spPr>
          <a:xfrm xmlns:a="http://schemas.openxmlformats.org/drawingml/2006/main">
            <a:off x="9906000" y="2571750"/>
            <a:ext cx="1619250" cy="7620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8195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Gộp một lần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chung</a:t>
            </a:r>
          </a:p>
        </p:txBody>
      </p:sp>
      <p:cxnSp>
        <p:nvCxnSpPr>
          <p:cNvPr id="52" name=""/>
          <p:cNvCxnSpPr>
            <a:stCxn xmlns:a="http://schemas.openxmlformats.org/drawingml/2006/main" id="14" idx="6"/>
            <a:endCxn xmlns:a="http://schemas.openxmlformats.org/drawingml/2006/main" id="20" idx="2"/>
          </p:cNvCxnSpPr>
          <p:nvPr/>
        </p:nvCxnSpPr>
        <p:spPr>
          <a:xfrm xmlns:a="http://schemas.openxmlformats.org/drawingml/2006/main">
            <a:off x="9477375" y="1819275"/>
            <a:ext cx="428625" cy="11334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3" name=""/>
          <p:cNvCxnSpPr>
            <a:stCxn xmlns:a="http://schemas.openxmlformats.org/drawingml/2006/main" id="15" idx="6"/>
            <a:endCxn xmlns:a="http://schemas.openxmlformats.org/drawingml/2006/main" id="20" idx="2"/>
          </p:cNvCxnSpPr>
          <p:nvPr/>
        </p:nvCxnSpPr>
        <p:spPr>
          <a:xfrm xmlns:a="http://schemas.openxmlformats.org/drawingml/2006/main">
            <a:off x="9477375" y="2914650"/>
            <a:ext cx="428625" cy="38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4" name=""/>
          <p:cNvCxnSpPr>
            <a:stCxn xmlns:a="http://schemas.openxmlformats.org/drawingml/2006/main" id="16" idx="6"/>
            <a:endCxn xmlns:a="http://schemas.openxmlformats.org/drawingml/2006/main" id="20" idx="2"/>
          </p:cNvCxnSpPr>
          <p:nvPr/>
        </p:nvCxnSpPr>
        <p:spPr>
          <a:xfrm xmlns:a="http://schemas.openxmlformats.org/drawingml/2006/main" flipV="1">
            <a:off x="9477375" y="2952750"/>
            <a:ext cx="428625" cy="10572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4" name="">
            <a:extLst xmlns:a="http://schemas.openxmlformats.org/drawingml/2006/main">
              <a:ext uri="{FF2B5EF4-FFF2-40B4-BE49-F238E27FC236}">
                <a16:creationId xmlns:a16="http://schemas.microsoft.com/office/drawing/2014/main" id="{F67CD6A9-A694-499C-B1EA-F172972F4244}"/>
              </a:ext>
            </a:extLst>
          </p:cNvPr>
          <p:cNvSpPr>
            <a:spLocks xmlns:a="http://schemas.openxmlformats.org/drawingml/2006/main" noGrp="1"/>
          </p:cNvSpPr>
          <p:nvPr/>
        </p:nvSpPr>
        <p:spPr>
          <a:xfrm xmlns:a="http://schemas.openxmlformats.org/drawingml/2006/main">
            <a:off x="685800" y="5191125"/>
            <a:ext cx="495300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BA12CB7-3A71-40AF-BA41-9F37ADC26D92}"/>
              </a:ext>
            </a:extLst>
          </p:cNvPr>
          <p:cNvSpPr>
            <a:spLocks xmlns:a="http://schemas.openxmlformats.org/drawingml/2006/main" noGrp="1"/>
          </p:cNvSpPr>
          <p:nvPr/>
        </p:nvSpPr>
        <p:spPr>
          <a:xfrm xmlns:a="http://schemas.openxmlformats.org/drawingml/2006/main">
            <a:off x="685800" y="5191125"/>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D25E14B-F9A8-4DB8-83ED-BFEA4AE16B26}"/>
              </a:ext>
            </a:extLst>
          </p:cNvPr>
          <p:cNvSpPr>
            <a:spLocks xmlns:a="http://schemas.openxmlformats.org/drawingml/2006/main" noGrp="1"/>
          </p:cNvSpPr>
          <p:nvPr/>
        </p:nvSpPr>
        <p:spPr>
          <a:xfrm xmlns:a="http://schemas.openxmlformats.org/drawingml/2006/main">
            <a:off x="895350"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ĐIỂM MẠNH</a:t>
            </a:r>
          </a:p>
        </p:txBody>
      </p:sp>
      <p:sp>
        <p:nvSpPr>
          <p:cNvPr id="27" name="">
            <a:extLst xmlns:a="http://schemas.openxmlformats.org/drawingml/2006/main">
              <a:ext uri="{FF2B5EF4-FFF2-40B4-BE49-F238E27FC236}">
                <a16:creationId xmlns:a16="http://schemas.microsoft.com/office/drawing/2014/main" id="{8E301C23-6734-406D-AB75-8E5D7F737258}"/>
              </a:ext>
            </a:extLst>
          </p:cNvPr>
          <p:cNvSpPr>
            <a:spLocks xmlns:a="http://schemas.openxmlformats.org/drawingml/2006/main" noGrp="1"/>
          </p:cNvSpPr>
          <p:nvPr/>
        </p:nvSpPr>
        <p:spPr>
          <a:xfrm xmlns:a="http://schemas.openxmlformats.org/drawingml/2006/main">
            <a:off x="895350" y="5467350"/>
            <a:ext cx="4591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Chi phí thấp, phản hồi nhanh, nhìn thấy thiết bị để debug</a:t>
            </a:r>
          </a:p>
        </p:txBody>
      </p:sp>
      <p:sp>
        <p:nvSpPr>
          <p:cNvPr id="28" name="">
            <a:extLst xmlns:a="http://schemas.openxmlformats.org/drawingml/2006/main">
              <a:ext uri="{FF2B5EF4-FFF2-40B4-BE49-F238E27FC236}">
                <a16:creationId xmlns:a16="http://schemas.microsoft.com/office/drawing/2014/main" id="{E556FC8A-70FC-43B3-8C30-229946DC0E63}"/>
              </a:ext>
            </a:extLst>
          </p:cNvPr>
          <p:cNvSpPr>
            <a:spLocks xmlns:a="http://schemas.openxmlformats.org/drawingml/2006/main" noGrp="1"/>
          </p:cNvSpPr>
          <p:nvPr/>
        </p:nvSpPr>
        <p:spPr>
          <a:xfrm xmlns:a="http://schemas.openxmlformats.org/drawingml/2006/main">
            <a:off x="5857875" y="5191125"/>
            <a:ext cx="5381625" cy="628650"/>
          </a:xfrm>
          <a:prstGeom xmlns:a="http://schemas.openxmlformats.org/drawingml/2006/main" prst="roundRect">
            <a:avLst>
              <a:gd name="adj" fmla="val 12121"/>
            </a:avLst>
          </a:prstGeom>
          <a:solidFill xmlns:a="http://schemas.openxmlformats.org/drawingml/2006/main">
            <a:srgbClr val="FBE8E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8AB307F-A977-48FA-88D2-C631FEAD8898}"/>
              </a:ext>
            </a:extLst>
          </p:cNvPr>
          <p:cNvSpPr>
            <a:spLocks xmlns:a="http://schemas.openxmlformats.org/drawingml/2006/main" noGrp="1"/>
          </p:cNvSpPr>
          <p:nvPr/>
        </p:nvSpPr>
        <p:spPr>
          <a:xfrm xmlns:a="http://schemas.openxmlformats.org/drawingml/2006/main">
            <a:off x="5857875" y="5191125"/>
            <a:ext cx="66675" cy="628650"/>
          </a:xfrm>
          <a:prstGeom xmlns:a="http://schemas.openxmlformats.org/drawingml/2006/main" prst="roundRect">
            <a:avLst>
              <a:gd name="adj" fmla="val 50000"/>
            </a:avLst>
          </a:prstGeom>
          <a:solidFill xmlns:a="http://schemas.openxmlformats.org/drawingml/2006/main">
            <a:srgbClr val="D65A4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7CCB829-E5A0-4BD0-A58C-F0F1E92EAED7}"/>
              </a:ext>
            </a:extLst>
          </p:cNvPr>
          <p:cNvSpPr>
            <a:spLocks xmlns:a="http://schemas.openxmlformats.org/drawingml/2006/main" noGrp="1"/>
          </p:cNvSpPr>
          <p:nvPr/>
        </p:nvSpPr>
        <p:spPr>
          <a:xfrm xmlns:a="http://schemas.openxmlformats.org/drawingml/2006/main">
            <a:off x="6067425" y="52673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D65A4A"/>
                </a:solidFill>
                <a:latin typeface="Arial"/>
                <a:ea typeface="Arial"/>
                <a:cs typeface="Arial"/>
              </a:defRPr>
            </a:pPr>
            <a:r>
              <a:rPr sz="1275" b="1">
                <a:solidFill>
                  <a:srgbClr val="D65A4A"/>
                </a:solidFill>
                <a:latin typeface="Arial"/>
                <a:ea typeface="Arial"/>
                <a:cs typeface="Arial"/>
              </a:rPr>
              <a:t>CẦN LƯU Ý</a:t>
            </a:r>
          </a:p>
        </p:txBody>
      </p:sp>
      <p:sp>
        <p:nvSpPr>
          <p:cNvPr id="31" name="">
            <a:extLst xmlns:a="http://schemas.openxmlformats.org/drawingml/2006/main">
              <a:ext uri="{FF2B5EF4-FFF2-40B4-BE49-F238E27FC236}">
                <a16:creationId xmlns:a16="http://schemas.microsoft.com/office/drawing/2014/main" id="{14B2F369-BAC9-4E33-A295-321E5CCA06C0}"/>
              </a:ext>
            </a:extLst>
          </p:cNvPr>
          <p:cNvSpPr>
            <a:spLocks xmlns:a="http://schemas.openxmlformats.org/drawingml/2006/main" noGrp="1"/>
          </p:cNvSpPr>
          <p:nvPr/>
        </p:nvSpPr>
        <p:spPr>
          <a:xfrm xmlns:a="http://schemas.openxmlformats.org/drawingml/2006/main">
            <a:off x="6067425" y="5467350"/>
            <a:ext cx="50196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Team tự quản lý thiết bị, driver, tài nguyên host và trạng thái app</a:t>
            </a:r>
          </a:p>
        </p:txBody>
      </p:sp>
    </p:spTree>
    <p:extLst>
      <p:ext uri="{BB962C8B-B14F-4D97-AF65-F5344CB8AC3E}">
        <p14:creationId xmlns:p14="http://schemas.microsoft.com/office/powerpoint/2010/main" val="43348275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2CAFB29-C8FE-4FF9-A066-E00E1BA4CBA8}"/>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TỰ ĐỘNG HOÁ TỪ TÀI LIỆU ĐẾN REPORT</a:t>
            </a:r>
          </a:p>
        </p:txBody>
      </p:sp>
      <p:sp>
        <p:nvSpPr>
          <p:cNvPr id="2" name="">
            <a:extLst xmlns:a="http://schemas.openxmlformats.org/drawingml/2006/main">
              <a:ext uri="{FF2B5EF4-FFF2-40B4-BE49-F238E27FC236}">
                <a16:creationId xmlns:a16="http://schemas.microsoft.com/office/drawing/2014/main" id="{D08A3CA2-6E79-423F-A0F6-2AF8E4564112}"/>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App Studio Workflow</a:t>
            </a:r>
          </a:p>
        </p:txBody>
      </p:sp>
      <p:sp>
        <p:nvSpPr>
          <p:cNvPr id="3" name="">
            <a:extLst xmlns:a="http://schemas.openxmlformats.org/drawingml/2006/main">
              <a:ext uri="{FF2B5EF4-FFF2-40B4-BE49-F238E27FC236}">
                <a16:creationId xmlns:a16="http://schemas.microsoft.com/office/drawing/2014/main" id="{24E12A55-7A71-4AE8-A485-5644F64EB7B7}"/>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D33897B-06F5-42D7-9DB6-87CA8595354A}"/>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0F587E7-557E-4E87-851E-ADE7152A19F7}"/>
              </a:ext>
            </a:extLst>
          </p:cNvPr>
          <p:cNvSpPr>
            <a:spLocks xmlns:a="http://schemas.openxmlformats.org/drawingml/2006/main" noGrp="1"/>
          </p:cNvSpPr>
          <p:nvPr/>
        </p:nvSpPr>
        <p:spPr>
          <a:xfrm xmlns:a="http://schemas.openxmlformats.org/drawingml/2006/main">
            <a:off x="619125" y="2381250"/>
            <a:ext cx="1809750" cy="904875"/>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90575"/>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Tài liệu</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Ticket + ảnh</a:t>
            </a:r>
          </a:p>
        </p:txBody>
      </p:sp>
      <p:sp>
        <p:nvSpPr>
          <p:cNvPr id="6" name="">
            <a:extLst xmlns:a="http://schemas.openxmlformats.org/drawingml/2006/main">
              <a:ext uri="{FF2B5EF4-FFF2-40B4-BE49-F238E27FC236}">
                <a16:creationId xmlns:a16="http://schemas.microsoft.com/office/drawing/2014/main" id="{65817C74-5AB1-4D77-AF32-2957845FF486}"/>
              </a:ext>
            </a:extLst>
          </p:cNvPr>
          <p:cNvSpPr>
            <a:spLocks xmlns:a="http://schemas.openxmlformats.org/drawingml/2006/main" noGrp="1"/>
          </p:cNvSpPr>
          <p:nvPr/>
        </p:nvSpPr>
        <p:spPr>
          <a:xfrm xmlns:a="http://schemas.openxmlformats.org/drawingml/2006/main">
            <a:off x="2952750" y="1714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7345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AI phân tích</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yêu cầu + màn hình</a:t>
            </a:r>
          </a:p>
        </p:txBody>
      </p:sp>
      <p:sp>
        <p:nvSpPr>
          <p:cNvPr id="7" name="">
            <a:extLst xmlns:a="http://schemas.openxmlformats.org/drawingml/2006/main">
              <a:ext uri="{FF2B5EF4-FFF2-40B4-BE49-F238E27FC236}">
                <a16:creationId xmlns:a16="http://schemas.microsoft.com/office/drawing/2014/main" id="{8CB2EBB3-C8B7-4DCF-A9AF-388224CC2B6E}"/>
              </a:ext>
            </a:extLst>
          </p:cNvPr>
          <p:cNvSpPr>
            <a:spLocks xmlns:a="http://schemas.openxmlformats.org/drawingml/2006/main" noGrp="1"/>
          </p:cNvSpPr>
          <p:nvPr/>
        </p:nvSpPr>
        <p:spPr>
          <a:xfrm xmlns:a="http://schemas.openxmlformats.org/drawingml/2006/main">
            <a:off x="2952750" y="3238500"/>
            <a:ext cx="2095500" cy="8191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0182"/>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Sinh Gherkin</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coverage + action</a:t>
            </a:r>
          </a:p>
        </p:txBody>
      </p:sp>
      <p:cxnSp>
        <p:nvCxnSpPr>
          <p:cNvPr id="37" name=""/>
          <p:cNvCxnSpPr>
            <a:stCxn xmlns:a="http://schemas.openxmlformats.org/drawingml/2006/main" id="5" idx="6"/>
            <a:endCxn xmlns:a="http://schemas.openxmlformats.org/drawingml/2006/main" id="6" idx="2"/>
          </p:cNvCxnSpPr>
          <p:nvPr/>
        </p:nvCxnSpPr>
        <p:spPr>
          <a:xfrm xmlns:a="http://schemas.openxmlformats.org/drawingml/2006/main" flipV="1">
            <a:off x="2428875" y="2124075"/>
            <a:ext cx="523875" cy="7096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8" name=""/>
          <p:cNvCxnSpPr>
            <a:stCxn xmlns:a="http://schemas.openxmlformats.org/drawingml/2006/main" id="6" idx="4"/>
            <a:endCxn xmlns:a="http://schemas.openxmlformats.org/drawingml/2006/main" id="7" idx="0"/>
          </p:cNvCxnSpPr>
          <p:nvPr/>
        </p:nvCxnSpPr>
        <p:spPr>
          <a:xfrm xmlns:a="http://schemas.openxmlformats.org/drawingml/2006/main">
            <a:off x="4000500" y="2533650"/>
            <a:ext cx="0" cy="7048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0" name="">
            <a:extLst xmlns:a="http://schemas.openxmlformats.org/drawingml/2006/main">
              <a:ext uri="{FF2B5EF4-FFF2-40B4-BE49-F238E27FC236}">
                <a16:creationId xmlns:a16="http://schemas.microsoft.com/office/drawing/2014/main" id="{62D3C1D8-20E6-44C8-BA0A-46691CDBE52D}"/>
              </a:ext>
            </a:extLst>
          </p:cNvPr>
          <p:cNvSpPr>
            <a:spLocks xmlns:a="http://schemas.openxmlformats.org/drawingml/2006/main" noGrp="1"/>
          </p:cNvSpPr>
          <p:nvPr/>
        </p:nvSpPr>
        <p:spPr>
          <a:xfrm xmlns:a="http://schemas.openxmlformats.org/drawingml/2006/main">
            <a:off x="6038850" y="1381125"/>
            <a:ext cx="323850" cy="323850"/>
          </a:xfrm>
          <a:prstGeom xmlns:a="http://schemas.openxmlformats.org/drawingml/2006/main" prst="ellipse">
            <a:avLst/>
          </a:prstGeom>
          <a:solidFill xmlns:a="http://schemas.openxmlformats.org/drawingml/2006/main">
            <a:srgbClr val="E7B24A"/>
          </a:solidFill>
          <a:ln xmlns:a="http://schemas.openxmlformats.org/drawingml/2006/main" w="9525">
            <a:solidFill>
              <a:srgbClr val="E7B24A"/>
            </a:solidFill>
            <a:prstDash val="solid"/>
          </a:ln>
        </p:spPr>
      </p:sp>
      <p:sp>
        <p:nvSpPr>
          <p:cNvPr id="11" name="">
            <a:extLst xmlns:a="http://schemas.openxmlformats.org/drawingml/2006/main">
              <a:ext uri="{FF2B5EF4-FFF2-40B4-BE49-F238E27FC236}">
                <a16:creationId xmlns:a16="http://schemas.microsoft.com/office/drawing/2014/main" id="{B542D6EC-F7AF-4D82-AA8C-DF4AFB10EDDC}"/>
              </a:ext>
            </a:extLst>
          </p:cNvPr>
          <p:cNvSpPr>
            <a:spLocks xmlns:a="http://schemas.openxmlformats.org/drawingml/2006/main" noGrp="1"/>
          </p:cNvSpPr>
          <p:nvPr/>
        </p:nvSpPr>
        <p:spPr>
          <a:xfrm xmlns:a="http://schemas.openxmlformats.org/drawingml/2006/main">
            <a:off x="6200775" y="1704975"/>
            <a:ext cx="0" cy="523875"/>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2" name="">
            <a:extLst xmlns:a="http://schemas.openxmlformats.org/drawingml/2006/main">
              <a:ext uri="{FF2B5EF4-FFF2-40B4-BE49-F238E27FC236}">
                <a16:creationId xmlns:a16="http://schemas.microsoft.com/office/drawing/2014/main" id="{EE40489C-1EBA-4AB6-A2FB-D200C5D61D3F}"/>
              </a:ext>
            </a:extLst>
          </p:cNvPr>
          <p:cNvSpPr>
            <a:spLocks xmlns:a="http://schemas.openxmlformats.org/drawingml/2006/main" noGrp="1"/>
          </p:cNvSpPr>
          <p:nvPr/>
        </p:nvSpPr>
        <p:spPr>
          <a:xfrm xmlns:a="http://schemas.openxmlformats.org/drawingml/2006/main">
            <a:off x="5905500" y="1876425"/>
            <a:ext cx="590550" cy="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3" name="">
            <a:extLst xmlns:a="http://schemas.openxmlformats.org/drawingml/2006/main">
              <a:ext uri="{FF2B5EF4-FFF2-40B4-BE49-F238E27FC236}">
                <a16:creationId xmlns:a16="http://schemas.microsoft.com/office/drawing/2014/main" id="{086F444B-3AD8-4D2E-9476-C8F362D32AD3}"/>
              </a:ext>
            </a:extLst>
          </p:cNvPr>
          <p:cNvSpPr>
            <a:spLocks xmlns:a="http://schemas.openxmlformats.org/drawingml/2006/main" noGrp="1"/>
          </p:cNvSpPr>
          <p:nvPr/>
        </p:nvSpPr>
        <p:spPr>
          <a:xfrm xmlns:a="http://schemas.openxmlformats.org/drawingml/2006/main">
            <a:off x="603885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4" name="">
            <a:extLst xmlns:a="http://schemas.openxmlformats.org/drawingml/2006/main">
              <a:ext uri="{FF2B5EF4-FFF2-40B4-BE49-F238E27FC236}">
                <a16:creationId xmlns:a16="http://schemas.microsoft.com/office/drawing/2014/main" id="{BA3FCFD0-E6E2-407E-A324-5B7BAF15A46B}"/>
              </a:ext>
            </a:extLst>
          </p:cNvPr>
          <p:cNvSpPr>
            <a:spLocks xmlns:a="http://schemas.openxmlformats.org/drawingml/2006/main" noGrp="1"/>
          </p:cNvSpPr>
          <p:nvPr/>
        </p:nvSpPr>
        <p:spPr>
          <a:xfrm xmlns:a="http://schemas.openxmlformats.org/drawingml/2006/main">
            <a:off x="6362700" y="2209800"/>
            <a:ext cx="0" cy="400050"/>
          </a:xfrm>
          <a:prstGeom xmlns:a="http://schemas.openxmlformats.org/drawingml/2006/main" prst="line">
            <a:avLst/>
          </a:prstGeom>
          <a:noFill xmlns:a="http://schemas.openxmlformats.org/drawingml/2006/main"/>
          <a:ln xmlns:a="http://schemas.openxmlformats.org/drawingml/2006/main" w="38100">
            <a:solidFill>
              <a:srgbClr val="E7B24A"/>
            </a:solidFill>
            <a:prstDash val="solid"/>
          </a:ln>
        </p:spPr>
      </p:sp>
      <p:sp>
        <p:nvSpPr>
          <p:cNvPr id="15" name="">
            <a:extLst xmlns:a="http://schemas.openxmlformats.org/drawingml/2006/main">
              <a:ext uri="{FF2B5EF4-FFF2-40B4-BE49-F238E27FC236}">
                <a16:creationId xmlns:a16="http://schemas.microsoft.com/office/drawing/2014/main" id="{FA4D7493-07D0-4C7D-ADA5-7A9923802AC9}"/>
              </a:ext>
            </a:extLst>
          </p:cNvPr>
          <p:cNvSpPr>
            <a:spLocks xmlns:a="http://schemas.openxmlformats.org/drawingml/2006/main" noGrp="1"/>
          </p:cNvSpPr>
          <p:nvPr/>
        </p:nvSpPr>
        <p:spPr>
          <a:xfrm xmlns:a="http://schemas.openxmlformats.org/drawingml/2006/main">
            <a:off x="5638800" y="2638425"/>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2576"/>
          </a:bodyPr>
          <a:lstStyle xmlns:a="http://schemas.openxmlformats.org/drawingml/2006/main"/>
          <a:p xmlns:a="http://schemas.openxmlformats.org/drawingml/2006/main">
            <a:pPr algn="ctr">
              <a:defRPr sz="1425" b="1">
                <a:solidFill>
                  <a:srgbClr val="E7B24A"/>
                </a:solidFill>
                <a:latin typeface="Arial"/>
                <a:ea typeface="Arial"/>
                <a:cs typeface="Arial"/>
              </a:defRPr>
            </a:pPr>
            <a:r>
              <a:rPr sz="1425" b="1">
                <a:solidFill>
                  <a:srgbClr val="E7B24A"/>
                </a:solidFill>
                <a:latin typeface="Arial"/>
                <a:ea typeface="Arial"/>
                <a:cs typeface="Arial"/>
              </a:rPr>
              <a:t>Người review</a:t>
            </a:r>
          </a:p>
        </p:txBody>
      </p:sp>
      <p:sp>
        <p:nvSpPr>
          <p:cNvPr id="16" name="">
            <a:extLst xmlns:a="http://schemas.openxmlformats.org/drawingml/2006/main">
              <a:ext uri="{FF2B5EF4-FFF2-40B4-BE49-F238E27FC236}">
                <a16:creationId xmlns:a16="http://schemas.microsoft.com/office/drawing/2014/main" id="{766E14EF-1145-4F52-A9C1-6F03BECC69D3}"/>
              </a:ext>
            </a:extLst>
          </p:cNvPr>
          <p:cNvSpPr>
            <a:spLocks xmlns:a="http://schemas.openxmlformats.org/drawingml/2006/main" noGrp="1"/>
          </p:cNvSpPr>
          <p:nvPr/>
        </p:nvSpPr>
        <p:spPr>
          <a:xfrm xmlns:a="http://schemas.openxmlformats.org/drawingml/2006/main">
            <a:off x="6667500" y="3238500"/>
            <a:ext cx="2000250" cy="9048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8339"/>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Cổng review</a:t>
            </a:r>
          </a:p>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Duyệt hoặc sửa</a:t>
            </a:r>
          </a:p>
        </p:txBody>
      </p:sp>
      <p:cxnSp>
        <p:nvCxnSpPr>
          <p:cNvPr id="46" name=""/>
          <p:cNvCxnSpPr>
            <a:stCxn xmlns:a="http://schemas.openxmlformats.org/drawingml/2006/main" id="7" idx="6"/>
            <a:endCxn xmlns:a="http://schemas.openxmlformats.org/drawingml/2006/main" id="16" idx="2"/>
          </p:cNvCxnSpPr>
          <p:nvPr/>
        </p:nvCxnSpPr>
        <p:spPr>
          <a:xfrm xmlns:a="http://schemas.openxmlformats.org/drawingml/2006/main">
            <a:off x="5048250" y="3648075"/>
            <a:ext cx="1619250" cy="4286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18C0D6BD-7FF4-42F3-B1F6-BA1B4945B6E1}"/>
              </a:ext>
            </a:extLst>
          </p:cNvPr>
          <p:cNvSpPr>
            <a:spLocks xmlns:a="http://schemas.openxmlformats.org/drawingml/2006/main" noGrp="1"/>
          </p:cNvSpPr>
          <p:nvPr/>
        </p:nvSpPr>
        <p:spPr>
          <a:xfrm xmlns:a="http://schemas.openxmlformats.org/drawingml/2006/main">
            <a:off x="9429750" y="161925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913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Chạy riêng lẻ</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hoặc song song</a:t>
            </a:r>
          </a:p>
        </p:txBody>
      </p:sp>
      <p:sp>
        <p:nvSpPr>
          <p:cNvPr id="19" name="">
            <a:extLst xmlns:a="http://schemas.openxmlformats.org/drawingml/2006/main">
              <a:ext uri="{FF2B5EF4-FFF2-40B4-BE49-F238E27FC236}">
                <a16:creationId xmlns:a16="http://schemas.microsoft.com/office/drawing/2014/main" id="{F591AF6B-1A4B-482D-A7AF-A94F035AD119}"/>
              </a:ext>
            </a:extLst>
          </p:cNvPr>
          <p:cNvSpPr>
            <a:spLocks xmlns:a="http://schemas.openxmlformats.org/drawingml/2006/main" noGrp="1"/>
          </p:cNvSpPr>
          <p:nvPr/>
        </p:nvSpPr>
        <p:spPr>
          <a:xfrm xmlns:a="http://schemas.openxmlformats.org/drawingml/2006/main">
            <a:off x="9429750" y="3238500"/>
            <a:ext cx="2095500" cy="8191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4870"/>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Healing có kiểm soát</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Report + learning</a:t>
            </a:r>
          </a:p>
        </p:txBody>
      </p:sp>
      <p:cxnSp>
        <p:nvCxnSpPr>
          <p:cNvPr id="49" name=""/>
          <p:cNvCxnSpPr>
            <a:stCxn xmlns:a="http://schemas.openxmlformats.org/drawingml/2006/main" id="16" idx="6"/>
            <a:endCxn xmlns:a="http://schemas.openxmlformats.org/drawingml/2006/main" id="18" idx="2"/>
          </p:cNvCxnSpPr>
          <p:nvPr/>
        </p:nvCxnSpPr>
        <p:spPr>
          <a:xfrm xmlns:a="http://schemas.openxmlformats.org/drawingml/2006/main" flipV="1">
            <a:off x="8667750" y="2028825"/>
            <a:ext cx="762000" cy="1662113"/>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50" name=""/>
          <p:cNvCxnSpPr>
            <a:stCxn xmlns:a="http://schemas.openxmlformats.org/drawingml/2006/main" id="18" idx="4"/>
            <a:endCxn xmlns:a="http://schemas.openxmlformats.org/drawingml/2006/main" id="19" idx="0"/>
          </p:cNvCxnSpPr>
          <p:nvPr/>
        </p:nvCxnSpPr>
        <p:spPr>
          <a:xfrm xmlns:a="http://schemas.openxmlformats.org/drawingml/2006/main">
            <a:off x="10477500" y="2438400"/>
            <a:ext cx="0" cy="80010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2" name="">
            <a:extLst xmlns:a="http://schemas.openxmlformats.org/drawingml/2006/main">
              <a:ext uri="{FF2B5EF4-FFF2-40B4-BE49-F238E27FC236}">
                <a16:creationId xmlns:a16="http://schemas.microsoft.com/office/drawing/2014/main" id="{16C01C68-F62C-45BE-9FBD-DA571053AE81}"/>
              </a:ext>
            </a:extLst>
          </p:cNvPr>
          <p:cNvSpPr>
            <a:spLocks xmlns:a="http://schemas.openxmlformats.org/drawingml/2006/main" noGrp="1"/>
          </p:cNvSpPr>
          <p:nvPr/>
        </p:nvSpPr>
        <p:spPr>
          <a:xfrm xmlns:a="http://schemas.openxmlformats.org/drawingml/2006/main">
            <a:off x="685800" y="5219700"/>
            <a:ext cx="5143500" cy="628650"/>
          </a:xfrm>
          <a:prstGeom xmlns:a="http://schemas.openxmlformats.org/drawingml/2006/main" prst="roundRect">
            <a:avLst>
              <a:gd name="adj" fmla="val 12121"/>
            </a:avLst>
          </a:prstGeom>
          <a:solidFill xmlns:a="http://schemas.openxmlformats.org/drawingml/2006/main">
            <a:srgbClr val="FFF2D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2D80C15-7987-4C0E-9660-1A89B89E83AB}"/>
              </a:ext>
            </a:extLst>
          </p:cNvPr>
          <p:cNvSpPr>
            <a:spLocks xmlns:a="http://schemas.openxmlformats.org/drawingml/2006/main" noGrp="1"/>
          </p:cNvSpPr>
          <p:nvPr/>
        </p:nvSpPr>
        <p:spPr>
          <a:xfrm xmlns:a="http://schemas.openxmlformats.org/drawingml/2006/main">
            <a:off x="685800" y="5219700"/>
            <a:ext cx="66675" cy="628650"/>
          </a:xfrm>
          <a:prstGeom xmlns:a="http://schemas.openxmlformats.org/drawingml/2006/main" prst="roundRect">
            <a:avLst>
              <a:gd name="adj" fmla="val 50000"/>
            </a:avLst>
          </a:prstGeom>
          <a:solidFill xmlns:a="http://schemas.openxmlformats.org/drawingml/2006/main">
            <a:srgbClr val="E7B24A"/>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AFABE58-B2D9-45F6-99B1-DC72D22799F4}"/>
              </a:ext>
            </a:extLst>
          </p:cNvPr>
          <p:cNvSpPr>
            <a:spLocks xmlns:a="http://schemas.openxmlformats.org/drawingml/2006/main" noGrp="1"/>
          </p:cNvSpPr>
          <p:nvPr/>
        </p:nvSpPr>
        <p:spPr>
          <a:xfrm xmlns:a="http://schemas.openxmlformats.org/drawingml/2006/main">
            <a:off x="895350"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E7B24A"/>
                </a:solidFill>
                <a:latin typeface="Arial"/>
                <a:ea typeface="Arial"/>
                <a:cs typeface="Arial"/>
              </a:defRPr>
            </a:pPr>
            <a:r>
              <a:rPr sz="1275" b="1">
                <a:solidFill>
                  <a:srgbClr val="E7B24A"/>
                </a:solidFill>
                <a:latin typeface="Arial"/>
                <a:ea typeface="Arial"/>
                <a:cs typeface="Arial"/>
              </a:rPr>
              <a:t>KHÁC BIỆT</a:t>
            </a:r>
          </a:p>
        </p:txBody>
      </p:sp>
      <p:sp>
        <p:nvSpPr>
          <p:cNvPr id="25" name="">
            <a:extLst xmlns:a="http://schemas.openxmlformats.org/drawingml/2006/main">
              <a:ext uri="{FF2B5EF4-FFF2-40B4-BE49-F238E27FC236}">
                <a16:creationId xmlns:a16="http://schemas.microsoft.com/office/drawing/2014/main" id="{9393C584-D080-4BE5-B8C0-1D301E255961}"/>
              </a:ext>
            </a:extLst>
          </p:cNvPr>
          <p:cNvSpPr>
            <a:spLocks xmlns:a="http://schemas.openxmlformats.org/drawingml/2006/main" noGrp="1"/>
          </p:cNvSpPr>
          <p:nvPr/>
        </p:nvSpPr>
        <p:spPr>
          <a:xfrm xmlns:a="http://schemas.openxmlformats.org/drawingml/2006/main">
            <a:off x="895350" y="5495925"/>
            <a:ext cx="4781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7162"/>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Runner bắt đầu từ testcase có sẵn. Studio bắt đầu từ nguồn nghiệp vụ</a:t>
            </a:r>
          </a:p>
        </p:txBody>
      </p:sp>
      <p:sp>
        <p:nvSpPr>
          <p:cNvPr id="26" name="">
            <a:extLst xmlns:a="http://schemas.openxmlformats.org/drawingml/2006/main">
              <a:ext uri="{FF2B5EF4-FFF2-40B4-BE49-F238E27FC236}">
                <a16:creationId xmlns:a16="http://schemas.microsoft.com/office/drawing/2014/main" id="{AA3AC827-423F-4F08-ABCB-E7BA2AD2CA47}"/>
              </a:ext>
            </a:extLst>
          </p:cNvPr>
          <p:cNvSpPr>
            <a:spLocks xmlns:a="http://schemas.openxmlformats.org/drawingml/2006/main" noGrp="1"/>
          </p:cNvSpPr>
          <p:nvPr/>
        </p:nvSpPr>
        <p:spPr>
          <a:xfrm xmlns:a="http://schemas.openxmlformats.org/drawingml/2006/main">
            <a:off x="6048375" y="5219700"/>
            <a:ext cx="5191125" cy="628650"/>
          </a:xfrm>
          <a:prstGeom xmlns:a="http://schemas.openxmlformats.org/drawingml/2006/main" prst="roundRect">
            <a:avLst>
              <a:gd name="adj" fmla="val 12121"/>
            </a:avLst>
          </a:prstGeom>
          <a:solidFill xmlns:a="http://schemas.openxmlformats.org/drawingml/2006/main">
            <a:srgbClr val="DFF3F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D185071-9FF0-4A29-8D34-6F19552A35CB}"/>
              </a:ext>
            </a:extLst>
          </p:cNvPr>
          <p:cNvSpPr>
            <a:spLocks xmlns:a="http://schemas.openxmlformats.org/drawingml/2006/main" noGrp="1"/>
          </p:cNvSpPr>
          <p:nvPr/>
        </p:nvSpPr>
        <p:spPr>
          <a:xfrm xmlns:a="http://schemas.openxmlformats.org/drawingml/2006/main">
            <a:off x="6048375" y="5219700"/>
            <a:ext cx="66675" cy="628650"/>
          </a:xfrm>
          <a:prstGeom xmlns:a="http://schemas.openxmlformats.org/drawingml/2006/main" prst="roundRect">
            <a:avLst>
              <a:gd name="adj" fmla="val 50000"/>
            </a:avLst>
          </a:prstGeom>
          <a:solidFill xmlns:a="http://schemas.openxmlformats.org/drawingml/2006/main">
            <a:srgbClr val="1F6F8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0BB6D7E-CDCF-4687-9323-49502EF2A814}"/>
              </a:ext>
            </a:extLst>
          </p:cNvPr>
          <p:cNvSpPr>
            <a:spLocks xmlns:a="http://schemas.openxmlformats.org/drawingml/2006/main" noGrp="1"/>
          </p:cNvSpPr>
          <p:nvPr/>
        </p:nvSpPr>
        <p:spPr>
          <a:xfrm xmlns:a="http://schemas.openxmlformats.org/drawingml/2006/main">
            <a:off x="6257925" y="52959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F6F8B"/>
                </a:solidFill>
                <a:latin typeface="Arial"/>
                <a:ea typeface="Arial"/>
                <a:cs typeface="Arial"/>
              </a:defRPr>
            </a:pPr>
            <a:r>
              <a:rPr sz="1275" b="1">
                <a:solidFill>
                  <a:srgbClr val="1F6F8B"/>
                </a:solidFill>
                <a:latin typeface="Arial"/>
                <a:ea typeface="Arial"/>
                <a:cs typeface="Arial"/>
              </a:rPr>
              <a:t>VAI TRÒ CON NGƯỜI</a:t>
            </a:r>
          </a:p>
        </p:txBody>
      </p:sp>
      <p:sp>
        <p:nvSpPr>
          <p:cNvPr id="29" name="">
            <a:extLst xmlns:a="http://schemas.openxmlformats.org/drawingml/2006/main">
              <a:ext uri="{FF2B5EF4-FFF2-40B4-BE49-F238E27FC236}">
                <a16:creationId xmlns:a16="http://schemas.microsoft.com/office/drawing/2014/main" id="{89E6B1E1-5F90-4DF4-9B45-AB679EF569E3}"/>
              </a:ext>
            </a:extLst>
          </p:cNvPr>
          <p:cNvSpPr>
            <a:spLocks xmlns:a="http://schemas.openxmlformats.org/drawingml/2006/main" noGrp="1"/>
          </p:cNvSpPr>
          <p:nvPr/>
        </p:nvSpPr>
        <p:spPr>
          <a:xfrm xmlns:a="http://schemas.openxmlformats.org/drawingml/2006/main">
            <a:off x="6257925" y="5495925"/>
            <a:ext cx="48291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Tập trung tại điểm review và quyết định nghiệp vụ còn mơ hồ</a:t>
            </a:r>
          </a:p>
        </p:txBody>
      </p:sp>
    </p:spTree>
    <p:extLst>
      <p:ext uri="{BB962C8B-B14F-4D97-AF65-F5344CB8AC3E}">
        <p14:creationId xmlns:p14="http://schemas.microsoft.com/office/powerpoint/2010/main" val="16355447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53A5419-EB75-47CD-A86D-C4B8B6E80C22}"/>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KIẾN TRÚC AI</a:t>
            </a:r>
          </a:p>
        </p:txBody>
      </p:sp>
      <p:sp>
        <p:nvSpPr>
          <p:cNvPr id="2" name="">
            <a:extLst xmlns:a="http://schemas.openxmlformats.org/drawingml/2006/main">
              <a:ext uri="{FF2B5EF4-FFF2-40B4-BE49-F238E27FC236}">
                <a16:creationId xmlns:a16="http://schemas.microsoft.com/office/drawing/2014/main" id="{F888D768-A4DE-4892-9132-C1093BE3ABB2}"/>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AI hỗ trợ theo từng lớp</a:t>
            </a:r>
          </a:p>
        </p:txBody>
      </p:sp>
      <p:sp>
        <p:nvSpPr>
          <p:cNvPr id="3" name="">
            <a:extLst xmlns:a="http://schemas.openxmlformats.org/drawingml/2006/main">
              <a:ext uri="{FF2B5EF4-FFF2-40B4-BE49-F238E27FC236}">
                <a16:creationId xmlns:a16="http://schemas.microsoft.com/office/drawing/2014/main" id="{101DEC29-54C7-4DBD-A5A5-62B8444A1EFC}"/>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FF8E74-6148-478D-A5EC-B3F4C6D81D95}"/>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A9AD867-34C4-45F2-876F-4820065B09E3}"/>
              </a:ext>
            </a:extLst>
          </p:cNvPr>
          <p:cNvSpPr>
            <a:spLocks xmlns:a="http://schemas.openxmlformats.org/drawingml/2006/main" noGrp="1"/>
          </p:cNvSpPr>
          <p:nvPr/>
        </p:nvSpPr>
        <p:spPr>
          <a:xfrm xmlns:a="http://schemas.openxmlformats.org/drawingml/2006/main">
            <a:off x="752475" y="2476500"/>
            <a:ext cx="323850" cy="323850"/>
          </a:xfrm>
          <a:prstGeom xmlns:a="http://schemas.openxmlformats.org/drawingml/2006/main" prst="ellipse">
            <a:avLst/>
          </a:prstGeom>
          <a:solidFill xmlns:a="http://schemas.openxmlformats.org/drawingml/2006/main">
            <a:srgbClr val="102A43"/>
          </a:solidFill>
          <a:ln xmlns:a="http://schemas.openxmlformats.org/drawingml/2006/main" w="9525">
            <a:solidFill>
              <a:srgbClr val="102A43"/>
            </a:solidFill>
            <a:prstDash val="solid"/>
          </a:ln>
        </p:spPr>
      </p:sp>
      <p:sp>
        <p:nvSpPr>
          <p:cNvPr id="6" name="">
            <a:extLst xmlns:a="http://schemas.openxmlformats.org/drawingml/2006/main">
              <a:ext uri="{FF2B5EF4-FFF2-40B4-BE49-F238E27FC236}">
                <a16:creationId xmlns:a16="http://schemas.microsoft.com/office/drawing/2014/main" id="{ED0AFC5C-D287-4039-84B2-B92F074C2EB3}"/>
              </a:ext>
            </a:extLst>
          </p:cNvPr>
          <p:cNvSpPr>
            <a:spLocks xmlns:a="http://schemas.openxmlformats.org/drawingml/2006/main" noGrp="1"/>
          </p:cNvSpPr>
          <p:nvPr/>
        </p:nvSpPr>
        <p:spPr>
          <a:xfrm xmlns:a="http://schemas.openxmlformats.org/drawingml/2006/main">
            <a:off x="914400" y="2800350"/>
            <a:ext cx="0" cy="523875"/>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7" name="">
            <a:extLst xmlns:a="http://schemas.openxmlformats.org/drawingml/2006/main">
              <a:ext uri="{FF2B5EF4-FFF2-40B4-BE49-F238E27FC236}">
                <a16:creationId xmlns:a16="http://schemas.microsoft.com/office/drawing/2014/main" id="{63B95C87-8D6A-4BC1-A7A8-145DD19047FB}"/>
              </a:ext>
            </a:extLst>
          </p:cNvPr>
          <p:cNvSpPr>
            <a:spLocks xmlns:a="http://schemas.openxmlformats.org/drawingml/2006/main" noGrp="1"/>
          </p:cNvSpPr>
          <p:nvPr/>
        </p:nvSpPr>
        <p:spPr>
          <a:xfrm xmlns:a="http://schemas.openxmlformats.org/drawingml/2006/main">
            <a:off x="619125" y="2971800"/>
            <a:ext cx="590550" cy="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8" name="">
            <a:extLst xmlns:a="http://schemas.openxmlformats.org/drawingml/2006/main">
              <a:ext uri="{FF2B5EF4-FFF2-40B4-BE49-F238E27FC236}">
                <a16:creationId xmlns:a16="http://schemas.microsoft.com/office/drawing/2014/main" id="{A28B978E-4239-420E-A171-7E16B6B7BBB4}"/>
              </a:ext>
            </a:extLst>
          </p:cNvPr>
          <p:cNvSpPr>
            <a:spLocks xmlns:a="http://schemas.openxmlformats.org/drawingml/2006/main" noGrp="1"/>
          </p:cNvSpPr>
          <p:nvPr/>
        </p:nvSpPr>
        <p:spPr>
          <a:xfrm xmlns:a="http://schemas.openxmlformats.org/drawingml/2006/main">
            <a:off x="75247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9" name="">
            <a:extLst xmlns:a="http://schemas.openxmlformats.org/drawingml/2006/main">
              <a:ext uri="{FF2B5EF4-FFF2-40B4-BE49-F238E27FC236}">
                <a16:creationId xmlns:a16="http://schemas.microsoft.com/office/drawing/2014/main" id="{28B0038C-22E9-447B-84E0-D97840FB7CD1}"/>
              </a:ext>
            </a:extLst>
          </p:cNvPr>
          <p:cNvSpPr>
            <a:spLocks xmlns:a="http://schemas.openxmlformats.org/drawingml/2006/main" noGrp="1"/>
          </p:cNvSpPr>
          <p:nvPr/>
        </p:nvSpPr>
        <p:spPr>
          <a:xfrm xmlns:a="http://schemas.openxmlformats.org/drawingml/2006/main">
            <a:off x="1076325" y="3305175"/>
            <a:ext cx="0" cy="400050"/>
          </a:xfrm>
          <a:prstGeom xmlns:a="http://schemas.openxmlformats.org/drawingml/2006/main" prst="line">
            <a:avLst/>
          </a:prstGeom>
          <a:noFill xmlns:a="http://schemas.openxmlformats.org/drawingml/2006/main"/>
          <a:ln xmlns:a="http://schemas.openxmlformats.org/drawingml/2006/main" w="38100">
            <a:solidFill>
              <a:srgbClr val="102A43"/>
            </a:solidFill>
            <a:prstDash val="solid"/>
          </a:ln>
        </p:spPr>
      </p:sp>
      <p:sp>
        <p:nvSpPr>
          <p:cNvPr id="10" name="">
            <a:extLst xmlns:a="http://schemas.openxmlformats.org/drawingml/2006/main">
              <a:ext uri="{FF2B5EF4-FFF2-40B4-BE49-F238E27FC236}">
                <a16:creationId xmlns:a16="http://schemas.microsoft.com/office/drawing/2014/main" id="{990267DF-3CD0-4B7E-8691-E8E20DB6355F}"/>
              </a:ext>
            </a:extLst>
          </p:cNvPr>
          <p:cNvSpPr>
            <a:spLocks xmlns:a="http://schemas.openxmlformats.org/drawingml/2006/main" noGrp="1"/>
          </p:cNvSpPr>
          <p:nvPr/>
        </p:nvSpPr>
        <p:spPr>
          <a:xfrm xmlns:a="http://schemas.openxmlformats.org/drawingml/2006/main">
            <a:off x="352425" y="37338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1903"/>
          </a:bodyPr>
          <a:lstStyle xmlns:a="http://schemas.openxmlformats.org/drawingml/2006/main"/>
          <a:p xmlns:a="http://schemas.openxmlformats.org/drawingml/2006/main">
            <a:pPr algn="ctr">
              <a:defRPr sz="1425" b="1">
                <a:solidFill>
                  <a:srgbClr val="102A43"/>
                </a:solidFill>
                <a:latin typeface="Arial"/>
                <a:ea typeface="Arial"/>
                <a:cs typeface="Arial"/>
              </a:defRPr>
            </a:pPr>
            <a:r>
              <a:rPr sz="1425" b="1">
                <a:solidFill>
                  <a:srgbClr val="102A43"/>
                </a:solidFill>
                <a:latin typeface="Arial"/>
                <a:ea typeface="Arial"/>
                <a:cs typeface="Arial"/>
              </a:rPr>
              <a:t>Người dùng</a:t>
            </a:r>
          </a:p>
        </p:txBody>
      </p:sp>
      <p:sp>
        <p:nvSpPr>
          <p:cNvPr id="11" name="">
            <a:extLst xmlns:a="http://schemas.openxmlformats.org/drawingml/2006/main">
              <a:ext uri="{FF2B5EF4-FFF2-40B4-BE49-F238E27FC236}">
                <a16:creationId xmlns:a16="http://schemas.microsoft.com/office/drawing/2014/main" id="{72B4AAA3-632A-4AE2-B2B3-58F809AD9B4B}"/>
              </a:ext>
            </a:extLst>
          </p:cNvPr>
          <p:cNvSpPr>
            <a:spLocks xmlns:a="http://schemas.openxmlformats.org/drawingml/2006/main" noGrp="1"/>
          </p:cNvSpPr>
          <p:nvPr/>
        </p:nvSpPr>
        <p:spPr>
          <a:xfrm xmlns:a="http://schemas.openxmlformats.org/drawingml/2006/main">
            <a:off x="2095500" y="1476375"/>
            <a:ext cx="8096250" cy="762000"/>
          </a:xfrm>
          <a:prstGeom xmlns:a="http://schemas.openxmlformats.org/drawingml/2006/main" prst="roundRect">
            <a:avLst>
              <a:gd name="adj" fmla="val 10000"/>
            </a:avLst>
          </a:prstGeom>
          <a:solidFill xmlns:a="http://schemas.openxmlformats.org/drawingml/2006/main">
            <a:srgbClr val="F3F7F8"/>
          </a:solidFill>
          <a:ln xmlns:a="http://schemas.openxmlformats.org/drawingml/2006/main" w="9525">
            <a:solidFill>
              <a:srgbClr val="B8C7D1"/>
            </a:solidFill>
            <a:prstDash val="solid"/>
          </a:ln>
        </p:spPr>
      </p:sp>
      <p:sp>
        <p:nvSpPr>
          <p:cNvPr id="12" name="">
            <a:extLst xmlns:a="http://schemas.openxmlformats.org/drawingml/2006/main">
              <a:ext uri="{FF2B5EF4-FFF2-40B4-BE49-F238E27FC236}">
                <a16:creationId xmlns:a16="http://schemas.microsoft.com/office/drawing/2014/main" id="{E74D5C49-CF0D-4B65-A73E-701C2B3F3D53}"/>
              </a:ext>
            </a:extLst>
          </p:cNvPr>
          <p:cNvSpPr>
            <a:spLocks xmlns:a="http://schemas.openxmlformats.org/drawingml/2006/main" noGrp="1"/>
          </p:cNvSpPr>
          <p:nvPr/>
        </p:nvSpPr>
        <p:spPr>
          <a:xfrm xmlns:a="http://schemas.openxmlformats.org/drawingml/2006/main">
            <a:off x="2333625" y="16192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02A43"/>
                </a:solidFill>
                <a:latin typeface="Arial"/>
                <a:ea typeface="Arial"/>
                <a:cs typeface="Arial"/>
              </a:defRPr>
            </a:pPr>
            <a:r>
              <a:rPr sz="1200" b="1">
                <a:solidFill>
                  <a:srgbClr val="102A43"/>
                </a:solidFill>
                <a:latin typeface="Arial"/>
                <a:ea typeface="Arial"/>
                <a:cs typeface="Arial"/>
              </a:rPr>
              <a:t>LỚP XÁC ĐỊNH</a:t>
            </a:r>
          </a:p>
        </p:txBody>
      </p:sp>
      <p:sp>
        <p:nvSpPr>
          <p:cNvPr id="13" name="">
            <a:extLst xmlns:a="http://schemas.openxmlformats.org/drawingml/2006/main">
              <a:ext uri="{FF2B5EF4-FFF2-40B4-BE49-F238E27FC236}">
                <a16:creationId xmlns:a16="http://schemas.microsoft.com/office/drawing/2014/main" id="{61384387-820A-448A-8654-E3D2EB83C3AE}"/>
              </a:ext>
            </a:extLst>
          </p:cNvPr>
          <p:cNvSpPr>
            <a:spLocks xmlns:a="http://schemas.openxmlformats.org/drawingml/2006/main" noGrp="1"/>
          </p:cNvSpPr>
          <p:nvPr/>
        </p:nvSpPr>
        <p:spPr>
          <a:xfrm xmlns:a="http://schemas.openxmlformats.org/drawingml/2006/main">
            <a:off x="4095750" y="1590675"/>
            <a:ext cx="571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Parse Gherkin   Preflight   Driver   AWS SDK   Verdict</a:t>
            </a:r>
          </a:p>
        </p:txBody>
      </p:sp>
      <p:sp>
        <p:nvSpPr>
          <p:cNvPr id="14" name="">
            <a:extLst xmlns:a="http://schemas.openxmlformats.org/drawingml/2006/main">
              <a:ext uri="{FF2B5EF4-FFF2-40B4-BE49-F238E27FC236}">
                <a16:creationId xmlns:a16="http://schemas.microsoft.com/office/drawing/2014/main" id="{DFB2A9C5-2DB9-4BB9-B871-0054657D1DB6}"/>
              </a:ext>
            </a:extLst>
          </p:cNvPr>
          <p:cNvSpPr>
            <a:spLocks xmlns:a="http://schemas.openxmlformats.org/drawingml/2006/main" noGrp="1"/>
          </p:cNvSpPr>
          <p:nvPr/>
        </p:nvSpPr>
        <p:spPr>
          <a:xfrm xmlns:a="http://schemas.openxmlformats.org/drawingml/2006/main">
            <a:off x="2095500" y="2571750"/>
            <a:ext cx="8096250" cy="1047750"/>
          </a:xfrm>
          <a:prstGeom xmlns:a="http://schemas.openxmlformats.org/drawingml/2006/main" prst="roundRect">
            <a:avLst>
              <a:gd name="adj" fmla="val 7273"/>
            </a:avLst>
          </a:prstGeom>
          <a:solidFill xmlns:a="http://schemas.openxmlformats.org/drawingml/2006/main">
            <a:srgbClr val="DFF3F6"/>
          </a:solidFill>
          <a:ln xmlns:a="http://schemas.openxmlformats.org/drawingml/2006/main" w="9525">
            <a:solidFill>
              <a:srgbClr val="1F6F8B"/>
            </a:solidFill>
            <a:prstDash val="solid"/>
          </a:ln>
        </p:spPr>
      </p:sp>
      <p:sp>
        <p:nvSpPr>
          <p:cNvPr id="15" name="">
            <a:extLst xmlns:a="http://schemas.openxmlformats.org/drawingml/2006/main">
              <a:ext uri="{FF2B5EF4-FFF2-40B4-BE49-F238E27FC236}">
                <a16:creationId xmlns:a16="http://schemas.microsoft.com/office/drawing/2014/main" id="{1FCB1132-458D-4351-B9A6-E3A62D73E139}"/>
              </a:ext>
            </a:extLst>
          </p:cNvPr>
          <p:cNvSpPr>
            <a:spLocks xmlns:a="http://schemas.openxmlformats.org/drawingml/2006/main" noGrp="1"/>
          </p:cNvSpPr>
          <p:nvPr/>
        </p:nvSpPr>
        <p:spPr>
          <a:xfrm xmlns:a="http://schemas.openxmlformats.org/drawingml/2006/main">
            <a:off x="2333625" y="27241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1F6F8B"/>
                </a:solidFill>
                <a:latin typeface="Arial"/>
                <a:ea typeface="Arial"/>
                <a:cs typeface="Arial"/>
              </a:defRPr>
            </a:pPr>
            <a:r>
              <a:rPr sz="1200" b="1">
                <a:solidFill>
                  <a:srgbClr val="1F6F8B"/>
                </a:solidFill>
                <a:latin typeface="Arial"/>
                <a:ea typeface="Arial"/>
                <a:cs typeface="Arial"/>
              </a:rPr>
              <a:t>LỚP AI</a:t>
            </a:r>
          </a:p>
        </p:txBody>
      </p:sp>
      <p:sp>
        <p:nvSpPr>
          <p:cNvPr id="16" name="">
            <a:extLst xmlns:a="http://schemas.openxmlformats.org/drawingml/2006/main">
              <a:ext uri="{FF2B5EF4-FFF2-40B4-BE49-F238E27FC236}">
                <a16:creationId xmlns:a16="http://schemas.microsoft.com/office/drawing/2014/main" id="{232D1A25-B23D-4143-8241-91F3B1026100}"/>
              </a:ext>
            </a:extLst>
          </p:cNvPr>
          <p:cNvSpPr>
            <a:spLocks xmlns:a="http://schemas.openxmlformats.org/drawingml/2006/main" noGrp="1"/>
          </p:cNvSpPr>
          <p:nvPr/>
        </p:nvSpPr>
        <p:spPr>
          <a:xfrm xmlns:a="http://schemas.openxmlformats.org/drawingml/2006/main">
            <a:off x="3667125" y="28575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552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Phân tích tài liệu      Vision      Sinh testcase      Discovery      Diagnosis</a:t>
            </a:r>
          </a:p>
        </p:txBody>
      </p:sp>
      <p:sp>
        <p:nvSpPr>
          <p:cNvPr id="17" name="">
            <a:extLst xmlns:a="http://schemas.openxmlformats.org/drawingml/2006/main">
              <a:ext uri="{FF2B5EF4-FFF2-40B4-BE49-F238E27FC236}">
                <a16:creationId xmlns:a16="http://schemas.microsoft.com/office/drawing/2014/main" id="{C3EAD91E-E617-4384-9120-1451BA8D0DE2}"/>
              </a:ext>
            </a:extLst>
          </p:cNvPr>
          <p:cNvSpPr>
            <a:spLocks xmlns:a="http://schemas.openxmlformats.org/drawingml/2006/main" noGrp="1"/>
          </p:cNvSpPr>
          <p:nvPr/>
        </p:nvSpPr>
        <p:spPr>
          <a:xfrm xmlns:a="http://schemas.openxmlformats.org/drawingml/2006/main">
            <a:off x="2095500" y="3952875"/>
            <a:ext cx="8096250" cy="762000"/>
          </a:xfrm>
          <a:prstGeom xmlns:a="http://schemas.openxmlformats.org/drawingml/2006/main" prst="roundRect">
            <a:avLst>
              <a:gd name="adj" fmla="val 10000"/>
            </a:avLst>
          </a:prstGeom>
          <a:solidFill xmlns:a="http://schemas.openxmlformats.org/drawingml/2006/main">
            <a:srgbClr val="FFF2D5"/>
          </a:solidFill>
          <a:ln xmlns:a="http://schemas.openxmlformats.org/drawingml/2006/main" w="9525">
            <a:solidFill>
              <a:srgbClr val="E7B24A"/>
            </a:solidFill>
            <a:prstDash val="solid"/>
          </a:ln>
        </p:spPr>
      </p:sp>
      <p:sp>
        <p:nvSpPr>
          <p:cNvPr id="18" name="">
            <a:extLst xmlns:a="http://schemas.openxmlformats.org/drawingml/2006/main">
              <a:ext uri="{FF2B5EF4-FFF2-40B4-BE49-F238E27FC236}">
                <a16:creationId xmlns:a16="http://schemas.microsoft.com/office/drawing/2014/main" id="{011084E4-95A0-4EC1-93BF-63F4CB308B45}"/>
              </a:ext>
            </a:extLst>
          </p:cNvPr>
          <p:cNvSpPr>
            <a:spLocks xmlns:a="http://schemas.openxmlformats.org/drawingml/2006/main" noGrp="1"/>
          </p:cNvSpPr>
          <p:nvPr/>
        </p:nvSpPr>
        <p:spPr>
          <a:xfrm xmlns:a="http://schemas.openxmlformats.org/drawingml/2006/main">
            <a:off x="2333625" y="40957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5000"/>
          </a:bodyPr>
          <a:lstStyle xmlns:a="http://schemas.openxmlformats.org/drawingml/2006/main"/>
          <a:p xmlns:a="http://schemas.openxmlformats.org/drawingml/2006/main">
            <a:pPr algn="l">
              <a:defRPr sz="1200" b="1">
                <a:solidFill>
                  <a:srgbClr val="E7B24A"/>
                </a:solidFill>
                <a:latin typeface="Arial"/>
                <a:ea typeface="Arial"/>
                <a:cs typeface="Arial"/>
              </a:defRPr>
            </a:pPr>
            <a:r>
              <a:rPr sz="1200" b="1">
                <a:solidFill>
                  <a:srgbClr val="E7B24A"/>
                </a:solidFill>
                <a:latin typeface="Arial"/>
                <a:ea typeface="Arial"/>
                <a:cs typeface="Arial"/>
              </a:rPr>
              <a:t>CỔNG AN TOÀN</a:t>
            </a:r>
          </a:p>
        </p:txBody>
      </p:sp>
      <p:sp>
        <p:nvSpPr>
          <p:cNvPr id="19" name="">
            <a:extLst xmlns:a="http://schemas.openxmlformats.org/drawingml/2006/main">
              <a:ext uri="{FF2B5EF4-FFF2-40B4-BE49-F238E27FC236}">
                <a16:creationId xmlns:a16="http://schemas.microsoft.com/office/drawing/2014/main" id="{DE8321A3-E053-4069-9B12-7C5F0332528E}"/>
              </a:ext>
            </a:extLst>
          </p:cNvPr>
          <p:cNvSpPr>
            <a:spLocks xmlns:a="http://schemas.openxmlformats.org/drawingml/2006/main" noGrp="1"/>
          </p:cNvSpPr>
          <p:nvPr/>
        </p:nvSpPr>
        <p:spPr>
          <a:xfrm xmlns:a="http://schemas.openxmlformats.org/drawingml/2006/main">
            <a:off x="4095750" y="4067175"/>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643"/>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Confidence   Ambiguity   Action safety   Verification   Human review</a:t>
            </a:r>
          </a:p>
        </p:txBody>
      </p:sp>
      <p:sp>
        <p:nvSpPr>
          <p:cNvPr id="20" name="">
            <a:extLst xmlns:a="http://schemas.openxmlformats.org/drawingml/2006/main">
              <a:ext uri="{FF2B5EF4-FFF2-40B4-BE49-F238E27FC236}">
                <a16:creationId xmlns:a16="http://schemas.microsoft.com/office/drawing/2014/main" id="{E220C8A6-1AC0-46D9-B417-47E88222B96F}"/>
              </a:ext>
            </a:extLst>
          </p:cNvPr>
          <p:cNvSpPr>
            <a:spLocks xmlns:a="http://schemas.openxmlformats.org/drawingml/2006/main" noGrp="1"/>
          </p:cNvSpPr>
          <p:nvPr/>
        </p:nvSpPr>
        <p:spPr>
          <a:xfrm xmlns:a="http://schemas.openxmlformats.org/drawingml/2006/main">
            <a:off x="4238625" y="5191125"/>
            <a:ext cx="3810000" cy="6858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1968"/>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Evidence + learning có thể truy vết</a:t>
            </a:r>
          </a:p>
        </p:txBody>
      </p:sp>
      <p:cxnSp>
        <p:nvCxnSpPr>
          <p:cNvPr id="45" name=""/>
          <p:cNvCxnSpPr>
            <a:stCxn xmlns:a="http://schemas.openxmlformats.org/drawingml/2006/main" id="11" idx="2"/>
            <a:endCxn xmlns:a="http://schemas.openxmlformats.org/drawingml/2006/main" id="14" idx="0"/>
          </p:cNvCxnSpPr>
          <p:nvPr/>
        </p:nvCxnSpPr>
        <p:spPr>
          <a:xfrm xmlns:a="http://schemas.openxmlformats.org/drawingml/2006/main">
            <a:off x="6143625" y="2238375"/>
            <a:ext cx="0" cy="3333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6" name=""/>
          <p:cNvCxnSpPr>
            <a:stCxn xmlns:a="http://schemas.openxmlformats.org/drawingml/2006/main" id="14" idx="2"/>
            <a:endCxn xmlns:a="http://schemas.openxmlformats.org/drawingml/2006/main" id="17" idx="0"/>
          </p:cNvCxnSpPr>
          <p:nvPr/>
        </p:nvCxnSpPr>
        <p:spPr>
          <a:xfrm xmlns:a="http://schemas.openxmlformats.org/drawingml/2006/main">
            <a:off x="6143625" y="3619500"/>
            <a:ext cx="0" cy="3333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7" name=""/>
          <p:cNvCxnSpPr>
            <a:stCxn xmlns:a="http://schemas.openxmlformats.org/drawingml/2006/main" id="17" idx="2"/>
            <a:endCxn xmlns:a="http://schemas.openxmlformats.org/drawingml/2006/main" id="20" idx="0"/>
          </p:cNvCxnSpPr>
          <p:nvPr/>
        </p:nvCxnSpPr>
        <p:spPr>
          <a:xfrm xmlns:a="http://schemas.openxmlformats.org/drawingml/2006/main">
            <a:off x="6143625" y="4714875"/>
            <a:ext cx="0" cy="47625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24" name="">
            <a:extLst xmlns:a="http://schemas.openxmlformats.org/drawingml/2006/main">
              <a:ext uri="{FF2B5EF4-FFF2-40B4-BE49-F238E27FC236}">
                <a16:creationId xmlns:a16="http://schemas.microsoft.com/office/drawing/2014/main" id="{22EEEC14-0185-454F-8986-C41E72F28EBA}"/>
              </a:ext>
            </a:extLst>
          </p:cNvPr>
          <p:cNvSpPr>
            <a:spLocks xmlns:a="http://schemas.openxmlformats.org/drawingml/2006/main" noGrp="1"/>
          </p:cNvSpPr>
          <p:nvPr/>
        </p:nvSpPr>
        <p:spPr>
          <a:xfrm xmlns:a="http://schemas.openxmlformats.org/drawingml/2006/main">
            <a:off x="1714500" y="6096000"/>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AI đề xuất. Hệ thống xác minh. Con người quyết định khi rủi ro hoặc dữ kiện chưa đủ.</a:t>
            </a:r>
          </a:p>
        </p:txBody>
      </p:sp>
    </p:spTree>
    <p:extLst>
      <p:ext uri="{BB962C8B-B14F-4D97-AF65-F5344CB8AC3E}">
        <p14:creationId xmlns:p14="http://schemas.microsoft.com/office/powerpoint/2010/main" val="2982396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57DB21C-3F3D-461A-B013-38A08E4F3613}"/>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KIỂM SOÁT ĐỀ XUẤT AI</a:t>
            </a:r>
          </a:p>
        </p:txBody>
      </p:sp>
      <p:sp>
        <p:nvSpPr>
          <p:cNvPr id="2" name="">
            <a:extLst xmlns:a="http://schemas.openxmlformats.org/drawingml/2006/main">
              <a:ext uri="{FF2B5EF4-FFF2-40B4-BE49-F238E27FC236}">
                <a16:creationId xmlns:a16="http://schemas.microsoft.com/office/drawing/2014/main" id="{3D2B46E2-6427-4340-B87F-DC230C8F30F5}"/>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Cổng an toàn trong môi trường test</a:t>
            </a:r>
          </a:p>
        </p:txBody>
      </p:sp>
      <p:sp>
        <p:nvSpPr>
          <p:cNvPr id="3" name="">
            <a:extLst xmlns:a="http://schemas.openxmlformats.org/drawingml/2006/main">
              <a:ext uri="{FF2B5EF4-FFF2-40B4-BE49-F238E27FC236}">
                <a16:creationId xmlns:a16="http://schemas.microsoft.com/office/drawing/2014/main" id="{38C64180-C1E1-4D2A-8AEC-8088AD0F7272}"/>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9A3EBD-3163-4B2D-B502-E76EA9A7A3FE}"/>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EA35C2DB-E868-4F01-9B6F-CC7CC8169FFA}"/>
              </a:ext>
            </a:extLst>
          </p:cNvPr>
          <p:cNvSpPr>
            <a:spLocks xmlns:a="http://schemas.openxmlformats.org/drawingml/2006/main" noGrp="1"/>
          </p:cNvSpPr>
          <p:nvPr/>
        </p:nvSpPr>
        <p:spPr>
          <a:xfrm xmlns:a="http://schemas.openxmlformats.org/drawingml/2006/main">
            <a:off x="4476750" y="1428750"/>
            <a:ext cx="3238500" cy="62865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1145"/>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Đề xuất từ AI</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locator, action hoặc diagnosis</a:t>
            </a:r>
          </a:p>
        </p:txBody>
      </p:sp>
      <p:sp>
        <p:nvSpPr>
          <p:cNvPr id="6" name="">
            <a:extLst xmlns:a="http://schemas.openxmlformats.org/drawingml/2006/main">
              <a:ext uri="{FF2B5EF4-FFF2-40B4-BE49-F238E27FC236}">
                <a16:creationId xmlns:a16="http://schemas.microsoft.com/office/drawing/2014/main" id="{A05907BC-1261-40C8-8CD3-597E23E34044}"/>
              </a:ext>
            </a:extLst>
          </p:cNvPr>
          <p:cNvSpPr>
            <a:spLocks xmlns:a="http://schemas.openxmlformats.org/drawingml/2006/main" noGrp="1"/>
          </p:cNvSpPr>
          <p:nvPr/>
        </p:nvSpPr>
        <p:spPr>
          <a:xfrm xmlns:a="http://schemas.openxmlformats.org/drawingml/2006/main">
            <a:off x="4762500" y="3000375"/>
            <a:ext cx="2667000" cy="9525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0834"/>
          </a:bodyPr>
          <a:lstStyle xmlns:a="http://schemas.openxmlformats.org/drawingml/2006/main"/>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CỔNG AN TOÀN</a:t>
            </a:r>
          </a:p>
          <a:p xmlns:a="http://schemas.openxmlformats.org/drawingml/2006/main">
            <a:pPr algn="ctr">
              <a:defRPr sz="1575" b="1">
                <a:solidFill>
                  <a:srgbClr val="182431"/>
                </a:solidFill>
                <a:latin typeface="Arial"/>
                <a:ea typeface="Arial"/>
                <a:cs typeface="Arial"/>
              </a:defRPr>
            </a:pPr>
            <a:r>
              <a:rPr sz="1575" b="1">
                <a:solidFill>
                  <a:srgbClr val="182431"/>
                </a:solidFill>
                <a:latin typeface="Arial"/>
                <a:ea typeface="Arial"/>
                <a:cs typeface="Arial"/>
              </a:rPr>
              <a:t>Tiếp tục, thử tiếp hoặc review</a:t>
            </a:r>
          </a:p>
        </p:txBody>
      </p:sp>
      <p:cxnSp>
        <p:nvCxnSpPr>
          <p:cNvPr id="26" name=""/>
          <p:cNvCxnSpPr>
            <a:stCxn xmlns:a="http://schemas.openxmlformats.org/drawingml/2006/main" id="5" idx="4"/>
            <a:endCxn xmlns:a="http://schemas.openxmlformats.org/drawingml/2006/main" id="6" idx="0"/>
          </p:cNvCxnSpPr>
          <p:nvPr/>
        </p:nvCxnSpPr>
        <p:spPr>
          <a:xfrm xmlns:a="http://schemas.openxmlformats.org/drawingml/2006/main">
            <a:off x="6096000" y="2057400"/>
            <a:ext cx="0" cy="9429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8" name="">
            <a:extLst xmlns:a="http://schemas.openxmlformats.org/drawingml/2006/main">
              <a:ext uri="{FF2B5EF4-FFF2-40B4-BE49-F238E27FC236}">
                <a16:creationId xmlns:a16="http://schemas.microsoft.com/office/drawing/2014/main" id="{FDB3425D-27D6-4123-913B-EEA9A1EADF1E}"/>
              </a:ext>
            </a:extLst>
          </p:cNvPr>
          <p:cNvSpPr>
            <a:spLocks xmlns:a="http://schemas.openxmlformats.org/drawingml/2006/main" noGrp="1"/>
          </p:cNvSpPr>
          <p:nvPr/>
        </p:nvSpPr>
        <p:spPr>
          <a:xfrm xmlns:a="http://schemas.openxmlformats.org/drawingml/2006/main">
            <a:off x="619125" y="1809750"/>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85577"/>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Độ tin cậy (Confidence)</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Tổng hợp text, accessibility, role và lịch sử</a:t>
            </a:r>
          </a:p>
        </p:txBody>
      </p:sp>
      <p:sp>
        <p:nvSpPr>
          <p:cNvPr id="9" name="">
            <a:extLst xmlns:a="http://schemas.openxmlformats.org/drawingml/2006/main">
              <a:ext uri="{FF2B5EF4-FFF2-40B4-BE49-F238E27FC236}">
                <a16:creationId xmlns:a16="http://schemas.microsoft.com/office/drawing/2014/main" id="{2B8DC7C1-7ADD-437F-BB86-AF414F6B818C}"/>
              </a:ext>
            </a:extLst>
          </p:cNvPr>
          <p:cNvSpPr>
            <a:spLocks xmlns:a="http://schemas.openxmlformats.org/drawingml/2006/main" noGrp="1"/>
          </p:cNvSpPr>
          <p:nvPr/>
        </p:nvSpPr>
        <p:spPr>
          <a:xfrm xmlns:a="http://schemas.openxmlformats.org/drawingml/2006/main">
            <a:off x="619125" y="3190875"/>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85577"/>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Mức mơ hồ (Ambiguity)</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Giữ tập candidate gần điểm để thử có giới hạn</a:t>
            </a:r>
          </a:p>
        </p:txBody>
      </p:sp>
      <p:sp>
        <p:nvSpPr>
          <p:cNvPr id="10" name="">
            <a:extLst xmlns:a="http://schemas.openxmlformats.org/drawingml/2006/main">
              <a:ext uri="{FF2B5EF4-FFF2-40B4-BE49-F238E27FC236}">
                <a16:creationId xmlns:a16="http://schemas.microsoft.com/office/drawing/2014/main" id="{3C9FF2D3-3467-4EAF-9532-4ACAFAB35E83}"/>
              </a:ext>
            </a:extLst>
          </p:cNvPr>
          <p:cNvSpPr>
            <a:spLocks xmlns:a="http://schemas.openxmlformats.org/drawingml/2006/main" noGrp="1"/>
          </p:cNvSpPr>
          <p:nvPr/>
        </p:nvSpPr>
        <p:spPr>
          <a:xfrm xmlns:a="http://schemas.openxmlformats.org/drawingml/2006/main">
            <a:off x="619125" y="4572000"/>
            <a:ext cx="3333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F6F8B"/>
            </a:solidFill>
            <a:prstDash val="solid"/>
          </a:ln>
        </p:spPr>
        <p:txBody>
          <a:bodyPr xmlns:a="http://schemas.openxmlformats.org/drawingml/2006/main" anchor="ctr">
            <a:normAutofit fontScale="79536"/>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Khả năng thao tác (Action safety)</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Chặn control ẩn, disable hoặc không thao tác được</a:t>
            </a:r>
          </a:p>
        </p:txBody>
      </p:sp>
      <p:sp>
        <p:nvSpPr>
          <p:cNvPr id="11" name="">
            <a:extLst xmlns:a="http://schemas.openxmlformats.org/drawingml/2006/main">
              <a:ext uri="{FF2B5EF4-FFF2-40B4-BE49-F238E27FC236}">
                <a16:creationId xmlns:a16="http://schemas.microsoft.com/office/drawing/2014/main" id="{8BB9B7D4-3BC5-403D-ABF3-83AEAB7DE9E9}"/>
              </a:ext>
            </a:extLst>
          </p:cNvPr>
          <p:cNvSpPr>
            <a:spLocks xmlns:a="http://schemas.openxmlformats.org/drawingml/2006/main" noGrp="1"/>
          </p:cNvSpPr>
          <p:nvPr/>
        </p:nvSpPr>
        <p:spPr>
          <a:xfrm xmlns:a="http://schemas.openxmlformats.org/drawingml/2006/main">
            <a:off x="8239125" y="2238375"/>
            <a:ext cx="3333750" cy="9525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90153"/>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Xác minh (Verification)</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Đúng đối tượng trước action, đúng kết quả sau action</a:t>
            </a:r>
          </a:p>
        </p:txBody>
      </p:sp>
      <p:sp>
        <p:nvSpPr>
          <p:cNvPr id="12" name="">
            <a:extLst xmlns:a="http://schemas.openxmlformats.org/drawingml/2006/main">
              <a:ext uri="{FF2B5EF4-FFF2-40B4-BE49-F238E27FC236}">
                <a16:creationId xmlns:a16="http://schemas.microsoft.com/office/drawing/2014/main" id="{08DDB495-31A5-43BD-B3AB-7265A54D417E}"/>
              </a:ext>
            </a:extLst>
          </p:cNvPr>
          <p:cNvSpPr>
            <a:spLocks xmlns:a="http://schemas.openxmlformats.org/drawingml/2006/main" noGrp="1"/>
          </p:cNvSpPr>
          <p:nvPr/>
        </p:nvSpPr>
        <p:spPr>
          <a:xfrm xmlns:a="http://schemas.openxmlformats.org/drawingml/2006/main">
            <a:off x="8239125" y="4095750"/>
            <a:ext cx="3333750" cy="95250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0036"/>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Con người duyệt (Human review)</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Khi thiếu postcondition, hết candidate hoặc thiếu dữ kiện</a:t>
            </a:r>
          </a:p>
        </p:txBody>
      </p:sp>
      <p:cxnSp>
        <p:nvCxnSpPr>
          <p:cNvPr id="32" name=""/>
          <p:cNvCxnSpPr>
            <a:stCxn xmlns:a="http://schemas.openxmlformats.org/drawingml/2006/main" id="8" idx="6"/>
            <a:endCxn xmlns:a="http://schemas.openxmlformats.org/drawingml/2006/main" id="6" idx="2"/>
          </p:cNvCxnSpPr>
          <p:nvPr/>
        </p:nvCxnSpPr>
        <p:spPr>
          <a:xfrm xmlns:a="http://schemas.openxmlformats.org/drawingml/2006/main">
            <a:off x="3952875" y="2247900"/>
            <a:ext cx="809625" cy="1228725"/>
          </a:xfrm>
          <a:prstGeom xmlns:a="http://schemas.openxmlformats.org/drawingml/2006/main" prst="straightConnector1">
            <a:avLst/>
          </a:prstGeom>
          <a:ln xmlns:a="http://schemas.openxmlformats.org/drawingml/2006/main" w="19050">
            <a:solidFill>
              <a:srgbClr val="B8C7D1"/>
            </a:solidFill>
            <a:prstDash val="dash"/>
          </a:ln>
        </p:spPr>
      </p:cxnSp>
      <p:cxnSp>
        <p:nvCxnSpPr>
          <p:cNvPr id="33" name=""/>
          <p:cNvCxnSpPr>
            <a:stCxn xmlns:a="http://schemas.openxmlformats.org/drawingml/2006/main" id="9" idx="6"/>
            <a:endCxn xmlns:a="http://schemas.openxmlformats.org/drawingml/2006/main" id="6" idx="2"/>
          </p:cNvCxnSpPr>
          <p:nvPr/>
        </p:nvCxnSpPr>
        <p:spPr>
          <a:xfrm xmlns:a="http://schemas.openxmlformats.org/drawingml/2006/main" flipV="1">
            <a:off x="3952875" y="3476625"/>
            <a:ext cx="809625" cy="152400"/>
          </a:xfrm>
          <a:prstGeom xmlns:a="http://schemas.openxmlformats.org/drawingml/2006/main" prst="straightConnector1">
            <a:avLst/>
          </a:prstGeom>
          <a:ln xmlns:a="http://schemas.openxmlformats.org/drawingml/2006/main" w="19050">
            <a:solidFill>
              <a:srgbClr val="B8C7D1"/>
            </a:solidFill>
            <a:prstDash val="dash"/>
          </a:ln>
        </p:spPr>
      </p:cxnSp>
      <p:cxnSp>
        <p:nvCxnSpPr>
          <p:cNvPr id="34" name=""/>
          <p:cNvCxnSpPr>
            <a:stCxn xmlns:a="http://schemas.openxmlformats.org/drawingml/2006/main" id="10" idx="6"/>
            <a:endCxn xmlns:a="http://schemas.openxmlformats.org/drawingml/2006/main" id="6" idx="2"/>
          </p:cNvCxnSpPr>
          <p:nvPr/>
        </p:nvCxnSpPr>
        <p:spPr>
          <a:xfrm xmlns:a="http://schemas.openxmlformats.org/drawingml/2006/main" flipV="1">
            <a:off x="3952875" y="3476625"/>
            <a:ext cx="809625" cy="1533525"/>
          </a:xfrm>
          <a:prstGeom xmlns:a="http://schemas.openxmlformats.org/drawingml/2006/main" prst="straightConnector1">
            <a:avLst/>
          </a:prstGeom>
          <a:ln xmlns:a="http://schemas.openxmlformats.org/drawingml/2006/main" w="19050">
            <a:solidFill>
              <a:srgbClr val="B8C7D1"/>
            </a:solidFill>
            <a:prstDash val="dash"/>
          </a:ln>
        </p:spPr>
      </p:cxnSp>
      <p:cxnSp>
        <p:nvCxnSpPr>
          <p:cNvPr id="35" name=""/>
          <p:cNvCxnSpPr>
            <a:stCxn xmlns:a="http://schemas.openxmlformats.org/drawingml/2006/main" id="6" idx="6"/>
            <a:endCxn xmlns:a="http://schemas.openxmlformats.org/drawingml/2006/main" id="11" idx="2"/>
          </p:cNvCxnSpPr>
          <p:nvPr/>
        </p:nvCxnSpPr>
        <p:spPr>
          <a:xfrm xmlns:a="http://schemas.openxmlformats.org/drawingml/2006/main" flipV="1">
            <a:off x="7429500" y="2714625"/>
            <a:ext cx="809625" cy="762000"/>
          </a:xfrm>
          <a:prstGeom xmlns:a="http://schemas.openxmlformats.org/drawingml/2006/main" prst="straightConnector1">
            <a:avLst/>
          </a:prstGeom>
          <a:ln xmlns:a="http://schemas.openxmlformats.org/drawingml/2006/main" w="19050">
            <a:solidFill>
              <a:srgbClr val="B8C7D1"/>
            </a:solidFill>
            <a:prstDash val="dash"/>
          </a:ln>
        </p:spPr>
      </p:cxnSp>
      <p:cxnSp>
        <p:nvCxnSpPr>
          <p:cNvPr id="36" name=""/>
          <p:cNvCxnSpPr>
            <a:stCxn xmlns:a="http://schemas.openxmlformats.org/drawingml/2006/main" id="6" idx="6"/>
            <a:endCxn xmlns:a="http://schemas.openxmlformats.org/drawingml/2006/main" id="12" idx="2"/>
          </p:cNvCxnSpPr>
          <p:nvPr/>
        </p:nvCxnSpPr>
        <p:spPr>
          <a:xfrm xmlns:a="http://schemas.openxmlformats.org/drawingml/2006/main">
            <a:off x="7429500" y="3476625"/>
            <a:ext cx="809625" cy="1095375"/>
          </a:xfrm>
          <a:prstGeom xmlns:a="http://schemas.openxmlformats.org/drawingml/2006/main" prst="straightConnector1">
            <a:avLst/>
          </a:prstGeom>
          <a:ln xmlns:a="http://schemas.openxmlformats.org/drawingml/2006/main" w="19050">
            <a:solidFill>
              <a:srgbClr val="B8C7D1"/>
            </a:solidFill>
            <a:prstDash val="dash"/>
          </a:ln>
        </p:spPr>
      </p:cxnSp>
      <p:sp>
        <p:nvSpPr>
          <p:cNvPr id="18" name="">
            <a:extLst xmlns:a="http://schemas.openxmlformats.org/drawingml/2006/main">
              <a:ext uri="{FF2B5EF4-FFF2-40B4-BE49-F238E27FC236}">
                <a16:creationId xmlns:a16="http://schemas.microsoft.com/office/drawing/2014/main" id="{CD73C310-E01E-49DF-B4DC-83A241933764}"/>
              </a:ext>
            </a:extLst>
          </p:cNvPr>
          <p:cNvSpPr>
            <a:spLocks xmlns:a="http://schemas.openxmlformats.org/drawingml/2006/main" noGrp="1"/>
          </p:cNvSpPr>
          <p:nvPr/>
        </p:nvSpPr>
        <p:spPr>
          <a:xfrm xmlns:a="http://schemas.openxmlformats.org/drawingml/2006/main">
            <a:off x="4000500" y="5619750"/>
            <a:ext cx="4191000" cy="609600"/>
          </a:xfrm>
          <a:prstGeom xmlns:a="http://schemas.openxmlformats.org/drawingml/2006/main" prst="ellipse">
            <a:avLst/>
          </a:prstGeom>
          <a:solidFill xmlns:a="http://schemas.openxmlformats.org/drawingml/2006/main">
            <a:srgbClr val="FBE8E4"/>
          </a:solidFill>
          <a:ln xmlns:a="http://schemas.openxmlformats.org/drawingml/2006/main" w="19050">
            <a:solidFill>
              <a:srgbClr val="D65A4A"/>
            </a:solidFill>
            <a:prstDash val="solid"/>
          </a:ln>
        </p:spPr>
        <p:txBody>
          <a:bodyPr xmlns:a="http://schemas.openxmlformats.org/drawingml/2006/main" anchor="ctr">
            <a:normAutofit fontScale="87389"/>
          </a:bodyPr>
          <a:lstStyle xmlns:a="http://schemas.openxmlformats.org/drawingml/2006/main"/>
          <a:p xmlns:a="http://schemas.openxmlformats.org/drawingml/2006/main">
            <a:pPr algn="ctr">
              <a:defRPr sz="1275" b="1">
                <a:solidFill>
                  <a:srgbClr val="182431"/>
                </a:solidFill>
                <a:latin typeface="Arial"/>
                <a:ea typeface="Arial"/>
                <a:cs typeface="Arial"/>
              </a:defRPr>
            </a:pPr>
            <a:r>
              <a:rPr sz="1275" b="1">
                <a:solidFill>
                  <a:srgbClr val="182431"/>
                </a:solidFill>
                <a:latin typeface="Arial"/>
                <a:ea typeface="Arial"/>
                <a:cs typeface="Arial"/>
              </a:rPr>
              <a:t>Không đạt: thử candidate tiếp theo hoặc giữ trạng thái để review</a:t>
            </a:r>
          </a:p>
        </p:txBody>
      </p:sp>
      <p:cxnSp>
        <p:nvCxnSpPr>
          <p:cNvPr id="38" name=""/>
          <p:cNvCxnSpPr>
            <a:stCxn xmlns:a="http://schemas.openxmlformats.org/drawingml/2006/main" id="6" idx="4"/>
            <a:endCxn xmlns:a="http://schemas.openxmlformats.org/drawingml/2006/main" id="18" idx="0"/>
          </p:cNvCxnSpPr>
          <p:nvPr/>
        </p:nvCxnSpPr>
        <p:spPr>
          <a:xfrm xmlns:a="http://schemas.openxmlformats.org/drawingml/2006/main">
            <a:off x="6096000" y="3952875"/>
            <a:ext cx="0" cy="166687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Tree>
    <p:extLst>
      <p:ext uri="{BB962C8B-B14F-4D97-AF65-F5344CB8AC3E}">
        <p14:creationId xmlns:p14="http://schemas.microsoft.com/office/powerpoint/2010/main" val="5020692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9B954C7-6723-4459-8207-40D200ABD726}"/>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TÌM CONTROL CHƯA CÓ LOCATOR ỔN ĐỊNH</a:t>
            </a:r>
          </a:p>
        </p:txBody>
      </p:sp>
      <p:sp>
        <p:nvSpPr>
          <p:cNvPr id="2" name="">
            <a:extLst xmlns:a="http://schemas.openxmlformats.org/drawingml/2006/main">
              <a:ext uri="{FF2B5EF4-FFF2-40B4-BE49-F238E27FC236}">
                <a16:creationId xmlns:a16="http://schemas.microsoft.com/office/drawing/2014/main" id="{9A09343C-8F22-4983-B5AD-7F7D14D06E0D}"/>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Discovery đa tầng</a:t>
            </a:r>
          </a:p>
        </p:txBody>
      </p:sp>
      <p:sp>
        <p:nvSpPr>
          <p:cNvPr id="3" name="">
            <a:extLst xmlns:a="http://schemas.openxmlformats.org/drawingml/2006/main">
              <a:ext uri="{FF2B5EF4-FFF2-40B4-BE49-F238E27FC236}">
                <a16:creationId xmlns:a16="http://schemas.microsoft.com/office/drawing/2014/main" id="{F5D7770A-24A5-436F-A85C-C5FD08AE58AD}"/>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11296C2-EC56-478E-9596-4D23C91770E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D04149E4-0271-4A09-A3F6-5F6FA3F8898C}"/>
              </a:ext>
            </a:extLst>
          </p:cNvPr>
          <p:cNvSpPr>
            <a:spLocks xmlns:a="http://schemas.openxmlformats.org/drawingml/2006/main" noGrp="1"/>
          </p:cNvSpPr>
          <p:nvPr/>
        </p:nvSpPr>
        <p:spPr>
          <a:xfrm xmlns:a="http://schemas.openxmlformats.org/drawingml/2006/main">
            <a:off x="666750" y="2095500"/>
            <a:ext cx="2286000" cy="9525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8313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1   Tái sử dụng</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Registry + learning</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trong session</a:t>
            </a:r>
          </a:p>
        </p:txBody>
      </p:sp>
      <p:sp>
        <p:nvSpPr>
          <p:cNvPr id="6" name="">
            <a:extLst xmlns:a="http://schemas.openxmlformats.org/drawingml/2006/main">
              <a:ext uri="{FF2B5EF4-FFF2-40B4-BE49-F238E27FC236}">
                <a16:creationId xmlns:a16="http://schemas.microsoft.com/office/drawing/2014/main" id="{253D0536-BB71-4CCC-9233-6C26012B69EF}"/>
              </a:ext>
            </a:extLst>
          </p:cNvPr>
          <p:cNvSpPr>
            <a:spLocks xmlns:a="http://schemas.openxmlformats.org/drawingml/2006/main" noGrp="1"/>
          </p:cNvSpPr>
          <p:nvPr/>
        </p:nvSpPr>
        <p:spPr>
          <a:xfrm xmlns:a="http://schemas.openxmlformats.org/drawingml/2006/main">
            <a:off x="3429000" y="2095500"/>
            <a:ext cx="2286000" cy="9525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7868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2   Quan sát tất định</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DOM / XML + text</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role + ancestor</a:t>
            </a:r>
          </a:p>
        </p:txBody>
      </p:sp>
      <p:sp>
        <p:nvSpPr>
          <p:cNvPr id="7" name="">
            <a:extLst xmlns:a="http://schemas.openxmlformats.org/drawingml/2006/main">
              <a:ext uri="{FF2B5EF4-FFF2-40B4-BE49-F238E27FC236}">
                <a16:creationId xmlns:a16="http://schemas.microsoft.com/office/drawing/2014/main" id="{D8B92699-19B2-4A81-A476-2412EAA68A6C}"/>
              </a:ext>
            </a:extLst>
          </p:cNvPr>
          <p:cNvSpPr>
            <a:spLocks xmlns:a="http://schemas.openxmlformats.org/drawingml/2006/main" noGrp="1"/>
          </p:cNvSpPr>
          <p:nvPr/>
        </p:nvSpPr>
        <p:spPr>
          <a:xfrm xmlns:a="http://schemas.openxmlformats.org/drawingml/2006/main">
            <a:off x="6191250" y="2095500"/>
            <a:ext cx="2286000" cy="9525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4876"/>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3   Semantic AI</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Xếp hạng control</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khi cấu trúc lạ</a:t>
            </a:r>
          </a:p>
        </p:txBody>
      </p:sp>
      <p:sp>
        <p:nvSpPr>
          <p:cNvPr id="8" name="">
            <a:extLst xmlns:a="http://schemas.openxmlformats.org/drawingml/2006/main">
              <a:ext uri="{FF2B5EF4-FFF2-40B4-BE49-F238E27FC236}">
                <a16:creationId xmlns:a16="http://schemas.microsoft.com/office/drawing/2014/main" id="{137B7793-ADAB-459F-AE78-ED31B5DDF018}"/>
              </a:ext>
            </a:extLst>
          </p:cNvPr>
          <p:cNvSpPr>
            <a:spLocks xmlns:a="http://schemas.openxmlformats.org/drawingml/2006/main" noGrp="1"/>
          </p:cNvSpPr>
          <p:nvPr/>
        </p:nvSpPr>
        <p:spPr>
          <a:xfrm xmlns:a="http://schemas.openxmlformats.org/drawingml/2006/main">
            <a:off x="8953500" y="2095500"/>
            <a:ext cx="2286000" cy="952500"/>
          </a:xfrm>
          <a:prstGeom xmlns:a="http://schemas.openxmlformats.org/drawingml/2006/main" prst="ellipse">
            <a:avLst/>
          </a:prstGeom>
          <a:solidFill xmlns:a="http://schemas.openxmlformats.org/drawingml/2006/main">
            <a:srgbClr val="FBE8E4"/>
          </a:solidFill>
          <a:ln xmlns:a="http://schemas.openxmlformats.org/drawingml/2006/main" w="19050">
            <a:solidFill>
              <a:srgbClr val="D65A4A"/>
            </a:solidFill>
            <a:prstDash val="solid"/>
          </a:ln>
        </p:spPr>
        <p:txBody>
          <a:bodyPr xmlns:a="http://schemas.openxmlformats.org/drawingml/2006/main" anchor="ctr">
            <a:normAutofit fontScale="83827"/>
          </a:bodyPr>
          <a:lstStyle xmlns:a="http://schemas.openxmlformats.org/drawingml/2006/main"/>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4   Gemini Vision</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Fallback cuối cùng</a:t>
            </a:r>
          </a:p>
          <a:p xmlns:a="http://schemas.openxmlformats.org/drawingml/2006/main">
            <a:pPr algn="ctr">
              <a:defRPr sz="1500" b="1">
                <a:solidFill>
                  <a:srgbClr val="182431"/>
                </a:solidFill>
                <a:latin typeface="Arial"/>
                <a:ea typeface="Arial"/>
                <a:cs typeface="Arial"/>
              </a:defRPr>
            </a:pPr>
            <a:r>
              <a:rPr sz="1500" b="1">
                <a:solidFill>
                  <a:srgbClr val="182431"/>
                </a:solidFill>
                <a:latin typeface="Arial"/>
                <a:ea typeface="Arial"/>
                <a:cs typeface="Arial"/>
              </a:rPr>
              <a:t>khi cần ảnh</a:t>
            </a:r>
          </a:p>
        </p:txBody>
      </p:sp>
      <p:cxnSp>
        <p:nvCxnSpPr>
          <p:cNvPr id="33" name=""/>
          <p:cNvCxnSpPr>
            <a:stCxn xmlns:a="http://schemas.openxmlformats.org/drawingml/2006/main" id="5" idx="6"/>
            <a:endCxn xmlns:a="http://schemas.openxmlformats.org/drawingml/2006/main" id="6" idx="2"/>
          </p:cNvCxnSpPr>
          <p:nvPr/>
        </p:nvCxnSpPr>
        <p:spPr>
          <a:xfrm xmlns:a="http://schemas.openxmlformats.org/drawingml/2006/main">
            <a:off x="2952750" y="2571750"/>
            <a:ext cx="476250"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4" name=""/>
          <p:cNvCxnSpPr>
            <a:stCxn xmlns:a="http://schemas.openxmlformats.org/drawingml/2006/main" id="6" idx="6"/>
            <a:endCxn xmlns:a="http://schemas.openxmlformats.org/drawingml/2006/main" id="7" idx="2"/>
          </p:cNvCxnSpPr>
          <p:nvPr/>
        </p:nvCxnSpPr>
        <p:spPr>
          <a:xfrm xmlns:a="http://schemas.openxmlformats.org/drawingml/2006/main">
            <a:off x="5715000" y="2571750"/>
            <a:ext cx="476250"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5" name=""/>
          <p:cNvCxnSpPr>
            <a:stCxn xmlns:a="http://schemas.openxmlformats.org/drawingml/2006/main" id="7" idx="6"/>
            <a:endCxn xmlns:a="http://schemas.openxmlformats.org/drawingml/2006/main" id="8" idx="2"/>
          </p:cNvCxnSpPr>
          <p:nvPr/>
        </p:nvCxnSpPr>
        <p:spPr>
          <a:xfrm xmlns:a="http://schemas.openxmlformats.org/drawingml/2006/main">
            <a:off x="8477250" y="2571750"/>
            <a:ext cx="476250"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2" name="">
            <a:extLst xmlns:a="http://schemas.openxmlformats.org/drawingml/2006/main">
              <a:ext uri="{FF2B5EF4-FFF2-40B4-BE49-F238E27FC236}">
                <a16:creationId xmlns:a16="http://schemas.microsoft.com/office/drawing/2014/main" id="{42EABBCE-B3C3-4CA2-A907-FFA9A5CD45B2}"/>
              </a:ext>
            </a:extLst>
          </p:cNvPr>
          <p:cNvSpPr>
            <a:spLocks xmlns:a="http://schemas.openxmlformats.org/drawingml/2006/main" noGrp="1"/>
          </p:cNvSpPr>
          <p:nvPr/>
        </p:nvSpPr>
        <p:spPr>
          <a:xfrm xmlns:a="http://schemas.openxmlformats.org/drawingml/2006/main">
            <a:off x="857250" y="3952875"/>
            <a:ext cx="2476500" cy="7810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02A43"/>
            </a:solidFill>
            <a:prstDash val="solid"/>
          </a:ln>
        </p:spPr>
        <p:txBody>
          <a:bodyPr xmlns:a="http://schemas.openxmlformats.org/drawingml/2006/main" anchor="ctr">
            <a:normAutofit fontScale="74665"/>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Ý định từ Gherkin</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Tên control + action + screen</a:t>
            </a:r>
          </a:p>
        </p:txBody>
      </p:sp>
      <p:sp>
        <p:nvSpPr>
          <p:cNvPr id="13" name="">
            <a:extLst xmlns:a="http://schemas.openxmlformats.org/drawingml/2006/main">
              <a:ext uri="{FF2B5EF4-FFF2-40B4-BE49-F238E27FC236}">
                <a16:creationId xmlns:a16="http://schemas.microsoft.com/office/drawing/2014/main" id="{C037996E-9DFE-4D6B-A7F5-A0DDEA70475C}"/>
              </a:ext>
            </a:extLst>
          </p:cNvPr>
          <p:cNvSpPr>
            <a:spLocks xmlns:a="http://schemas.openxmlformats.org/drawingml/2006/main" noGrp="1"/>
          </p:cNvSpPr>
          <p:nvPr/>
        </p:nvSpPr>
        <p:spPr>
          <a:xfrm xmlns:a="http://schemas.openxmlformats.org/drawingml/2006/main">
            <a:off x="4524375" y="3857625"/>
            <a:ext cx="3143250" cy="97155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4986"/>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Tập candidate có thứ hạng</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Loại trùng cùng control</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Giữ phương án gần điểm khi cần</a:t>
            </a:r>
          </a:p>
        </p:txBody>
      </p:sp>
      <p:sp>
        <p:nvSpPr>
          <p:cNvPr id="14" name="">
            <a:extLst xmlns:a="http://schemas.openxmlformats.org/drawingml/2006/main">
              <a:ext uri="{FF2B5EF4-FFF2-40B4-BE49-F238E27FC236}">
                <a16:creationId xmlns:a16="http://schemas.microsoft.com/office/drawing/2014/main" id="{F36D1A63-17B0-4179-903F-81522EC438DE}"/>
              </a:ext>
            </a:extLst>
          </p:cNvPr>
          <p:cNvSpPr>
            <a:spLocks xmlns:a="http://schemas.openxmlformats.org/drawingml/2006/main" noGrp="1"/>
          </p:cNvSpPr>
          <p:nvPr/>
        </p:nvSpPr>
        <p:spPr>
          <a:xfrm xmlns:a="http://schemas.openxmlformats.org/drawingml/2006/main">
            <a:off x="8858250" y="3952875"/>
            <a:ext cx="2476500" cy="781050"/>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74665"/>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Candidate tạm thời</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Chưa được ghi vào registry</a:t>
            </a:r>
          </a:p>
        </p:txBody>
      </p:sp>
      <p:cxnSp>
        <p:nvCxnSpPr>
          <p:cNvPr id="39" name=""/>
          <p:cNvCxnSpPr>
            <a:stCxn xmlns:a="http://schemas.openxmlformats.org/drawingml/2006/main" id="12" idx="6"/>
            <a:endCxn xmlns:a="http://schemas.openxmlformats.org/drawingml/2006/main" id="13" idx="2"/>
          </p:cNvCxnSpPr>
          <p:nvPr/>
        </p:nvCxnSpPr>
        <p:spPr>
          <a:xfrm xmlns:a="http://schemas.openxmlformats.org/drawingml/2006/main">
            <a:off x="3333750" y="4343400"/>
            <a:ext cx="119062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40" name=""/>
          <p:cNvCxnSpPr>
            <a:stCxn xmlns:a="http://schemas.openxmlformats.org/drawingml/2006/main" id="13" idx="6"/>
            <a:endCxn xmlns:a="http://schemas.openxmlformats.org/drawingml/2006/main" id="14" idx="2"/>
          </p:cNvCxnSpPr>
          <p:nvPr/>
        </p:nvCxnSpPr>
        <p:spPr>
          <a:xfrm xmlns:a="http://schemas.openxmlformats.org/drawingml/2006/main">
            <a:off x="7667625" y="4343400"/>
            <a:ext cx="119062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7" name="">
            <a:extLst xmlns:a="http://schemas.openxmlformats.org/drawingml/2006/main">
              <a:ext uri="{FF2B5EF4-FFF2-40B4-BE49-F238E27FC236}">
                <a16:creationId xmlns:a16="http://schemas.microsoft.com/office/drawing/2014/main" id="{D086B03F-641C-411D-AA39-548FDB68F7FA}"/>
              </a:ext>
            </a:extLst>
          </p:cNvPr>
          <p:cNvSpPr>
            <a:spLocks xmlns:a="http://schemas.openxmlformats.org/drawingml/2006/main" noGrp="1"/>
          </p:cNvSpPr>
          <p:nvPr/>
        </p:nvSpPr>
        <p:spPr>
          <a:xfrm xmlns:a="http://schemas.openxmlformats.org/drawingml/2006/main">
            <a:off x="857250" y="5429250"/>
            <a:ext cx="4762500" cy="628650"/>
          </a:xfrm>
          <a:prstGeom xmlns:a="http://schemas.openxmlformats.org/drawingml/2006/main" prst="roundRect">
            <a:avLst>
              <a:gd name="adj" fmla="val 12121"/>
            </a:avLst>
          </a:prstGeom>
          <a:solidFill xmlns:a="http://schemas.openxmlformats.org/drawingml/2006/main">
            <a:srgbClr val="DDEFE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93B58AF-06E5-4A28-949A-B5B247E770D5}"/>
              </a:ext>
            </a:extLst>
          </p:cNvPr>
          <p:cNvSpPr>
            <a:spLocks xmlns:a="http://schemas.openxmlformats.org/drawingml/2006/main" noGrp="1"/>
          </p:cNvSpPr>
          <p:nvPr/>
        </p:nvSpPr>
        <p:spPr>
          <a:xfrm xmlns:a="http://schemas.openxmlformats.org/drawingml/2006/main">
            <a:off x="857250" y="5429250"/>
            <a:ext cx="66675" cy="628650"/>
          </a:xfrm>
          <a:prstGeom xmlns:a="http://schemas.openxmlformats.org/drawingml/2006/main" prst="roundRect">
            <a:avLst>
              <a:gd name="adj" fmla="val 50000"/>
            </a:avLst>
          </a:prstGeom>
          <a:solidFill xmlns:a="http://schemas.openxmlformats.org/drawingml/2006/main">
            <a:srgbClr val="19875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066C6E8-6B6E-4946-91C2-D8E5D8372842}"/>
              </a:ext>
            </a:extLst>
          </p:cNvPr>
          <p:cNvSpPr>
            <a:spLocks xmlns:a="http://schemas.openxmlformats.org/drawingml/2006/main" noGrp="1"/>
          </p:cNvSpPr>
          <p:nvPr/>
        </p:nvSpPr>
        <p:spPr>
          <a:xfrm xmlns:a="http://schemas.openxmlformats.org/drawingml/2006/main">
            <a:off x="1066800" y="550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98754"/>
                </a:solidFill>
                <a:latin typeface="Arial"/>
                <a:ea typeface="Arial"/>
                <a:cs typeface="Arial"/>
              </a:defRPr>
            </a:pPr>
            <a:r>
              <a:rPr sz="1275" b="1">
                <a:solidFill>
                  <a:srgbClr val="198754"/>
                </a:solidFill>
                <a:latin typeface="Arial"/>
                <a:ea typeface="Arial"/>
                <a:cs typeface="Arial"/>
              </a:rPr>
              <a:t>ƯU TIÊN</a:t>
            </a:r>
          </a:p>
        </p:txBody>
      </p:sp>
      <p:sp>
        <p:nvSpPr>
          <p:cNvPr id="20" name="">
            <a:extLst xmlns:a="http://schemas.openxmlformats.org/drawingml/2006/main">
              <a:ext uri="{FF2B5EF4-FFF2-40B4-BE49-F238E27FC236}">
                <a16:creationId xmlns:a16="http://schemas.microsoft.com/office/drawing/2014/main" id="{46503DD3-AF81-403C-92DB-ED63D961AF6B}"/>
              </a:ext>
            </a:extLst>
          </p:cNvPr>
          <p:cNvSpPr>
            <a:spLocks xmlns:a="http://schemas.openxmlformats.org/drawingml/2006/main" noGrp="1"/>
          </p:cNvSpPr>
          <p:nvPr/>
        </p:nvSpPr>
        <p:spPr>
          <a:xfrm xmlns:a="http://schemas.openxmlformats.org/drawingml/2006/main">
            <a:off x="1066800" y="5705475"/>
            <a:ext cx="4400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Locator đã chứng minh được dùng lại ngay ở các case sau</a:t>
            </a:r>
          </a:p>
        </p:txBody>
      </p:sp>
      <p:sp>
        <p:nvSpPr>
          <p:cNvPr id="21" name="">
            <a:extLst xmlns:a="http://schemas.openxmlformats.org/drawingml/2006/main">
              <a:ext uri="{FF2B5EF4-FFF2-40B4-BE49-F238E27FC236}">
                <a16:creationId xmlns:a16="http://schemas.microsoft.com/office/drawing/2014/main" id="{8B8BAFDB-7059-4A1E-B2D2-D76F4ADA8645}"/>
              </a:ext>
            </a:extLst>
          </p:cNvPr>
          <p:cNvSpPr>
            <a:spLocks xmlns:a="http://schemas.openxmlformats.org/drawingml/2006/main" noGrp="1"/>
          </p:cNvSpPr>
          <p:nvPr/>
        </p:nvSpPr>
        <p:spPr>
          <a:xfrm xmlns:a="http://schemas.openxmlformats.org/drawingml/2006/main">
            <a:off x="5905500" y="5429250"/>
            <a:ext cx="5429250" cy="628650"/>
          </a:xfrm>
          <a:prstGeom xmlns:a="http://schemas.openxmlformats.org/drawingml/2006/main" prst="roundRect">
            <a:avLst>
              <a:gd name="adj" fmla="val 12121"/>
            </a:avLst>
          </a:prstGeom>
          <a:solidFill xmlns:a="http://schemas.openxmlformats.org/drawingml/2006/main">
            <a:srgbClr val="DFF3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FB6FCFC-61A9-43FC-B789-A01E8B1B5FA5}"/>
              </a:ext>
            </a:extLst>
          </p:cNvPr>
          <p:cNvSpPr>
            <a:spLocks xmlns:a="http://schemas.openxmlformats.org/drawingml/2006/main" noGrp="1"/>
          </p:cNvSpPr>
          <p:nvPr/>
        </p:nvSpPr>
        <p:spPr>
          <a:xfrm xmlns:a="http://schemas.openxmlformats.org/drawingml/2006/main">
            <a:off x="5905500" y="5429250"/>
            <a:ext cx="66675" cy="628650"/>
          </a:xfrm>
          <a:prstGeom xmlns:a="http://schemas.openxmlformats.org/drawingml/2006/main" prst="roundRect">
            <a:avLst>
              <a:gd name="adj" fmla="val 50000"/>
            </a:avLst>
          </a:prstGeom>
          <a:solidFill xmlns:a="http://schemas.openxmlformats.org/drawingml/2006/main">
            <a:srgbClr val="1F6F8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4E32458-07F2-47A0-A8D8-CE96F101B1A1}"/>
              </a:ext>
            </a:extLst>
          </p:cNvPr>
          <p:cNvSpPr>
            <a:spLocks xmlns:a="http://schemas.openxmlformats.org/drawingml/2006/main" noGrp="1"/>
          </p:cNvSpPr>
          <p:nvPr/>
        </p:nvSpPr>
        <p:spPr>
          <a:xfrm xmlns:a="http://schemas.openxmlformats.org/drawingml/2006/main">
            <a:off x="6115050" y="550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F6F8B"/>
                </a:solidFill>
                <a:latin typeface="Arial"/>
                <a:ea typeface="Arial"/>
                <a:cs typeface="Arial"/>
              </a:defRPr>
            </a:pPr>
            <a:r>
              <a:rPr sz="1275" b="1">
                <a:solidFill>
                  <a:srgbClr val="1F6F8B"/>
                </a:solidFill>
                <a:latin typeface="Arial"/>
                <a:ea typeface="Arial"/>
                <a:cs typeface="Arial"/>
              </a:rPr>
              <a:t>FALLBACK</a:t>
            </a:r>
          </a:p>
        </p:txBody>
      </p:sp>
      <p:sp>
        <p:nvSpPr>
          <p:cNvPr id="24" name="">
            <a:extLst xmlns:a="http://schemas.openxmlformats.org/drawingml/2006/main">
              <a:ext uri="{FF2B5EF4-FFF2-40B4-BE49-F238E27FC236}">
                <a16:creationId xmlns:a16="http://schemas.microsoft.com/office/drawing/2014/main" id="{D9681A2A-2AC0-4801-BFA5-9C2B7359760B}"/>
              </a:ext>
            </a:extLst>
          </p:cNvPr>
          <p:cNvSpPr>
            <a:spLocks xmlns:a="http://schemas.openxmlformats.org/drawingml/2006/main" noGrp="1"/>
          </p:cNvSpPr>
          <p:nvPr/>
        </p:nvSpPr>
        <p:spPr>
          <a:xfrm xmlns:a="http://schemas.openxmlformats.org/drawingml/2006/main">
            <a:off x="6115050" y="5705475"/>
            <a:ext cx="5067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Vision chỉ chạy khi semantic không có candidate dùng được</a:t>
            </a:r>
          </a:p>
        </p:txBody>
      </p:sp>
    </p:spTree>
    <p:extLst>
      <p:ext uri="{BB962C8B-B14F-4D97-AF65-F5344CB8AC3E}">
        <p14:creationId xmlns:p14="http://schemas.microsoft.com/office/powerpoint/2010/main" val="152092279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AE43F5A-CC1D-4B86-A9A5-EE5E4C5767A1}"/>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HỌC SAU KHI ACTION CHẠY</a:t>
            </a:r>
          </a:p>
        </p:txBody>
      </p:sp>
      <p:sp>
        <p:nvSpPr>
          <p:cNvPr id="2" name="">
            <a:extLst xmlns:a="http://schemas.openxmlformats.org/drawingml/2006/main">
              <a:ext uri="{FF2B5EF4-FFF2-40B4-BE49-F238E27FC236}">
                <a16:creationId xmlns:a16="http://schemas.microsoft.com/office/drawing/2014/main" id="{BD694E5D-82B2-4634-8FA5-B16D723527F4}"/>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Healing bằng kết quả quan sát được</a:t>
            </a:r>
          </a:p>
        </p:txBody>
      </p:sp>
      <p:sp>
        <p:nvSpPr>
          <p:cNvPr id="3" name="">
            <a:extLst xmlns:a="http://schemas.openxmlformats.org/drawingml/2006/main">
              <a:ext uri="{FF2B5EF4-FFF2-40B4-BE49-F238E27FC236}">
                <a16:creationId xmlns:a16="http://schemas.microsoft.com/office/drawing/2014/main" id="{4C6E5CDF-8848-45C4-AE76-A76E839F53FC}"/>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43E205-8935-4D2B-B448-6EAAE1FC7B28}"/>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DCDFEA80-F1D3-4ECE-836B-D6D36C35D0D3}"/>
              </a:ext>
            </a:extLst>
          </p:cNvPr>
          <p:cNvSpPr>
            <a:spLocks xmlns:a="http://schemas.openxmlformats.org/drawingml/2006/main" noGrp="1"/>
          </p:cNvSpPr>
          <p:nvPr/>
        </p:nvSpPr>
        <p:spPr>
          <a:xfrm xmlns:a="http://schemas.openxmlformats.org/drawingml/2006/main">
            <a:off x="666750" y="2333625"/>
            <a:ext cx="2095500" cy="876300"/>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78397"/>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Candidate tạm thời</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đã qua identity gate</a:t>
            </a:r>
          </a:p>
        </p:txBody>
      </p:sp>
      <p:sp>
        <p:nvSpPr>
          <p:cNvPr id="6" name="">
            <a:extLst xmlns:a="http://schemas.openxmlformats.org/drawingml/2006/main">
              <a:ext uri="{FF2B5EF4-FFF2-40B4-BE49-F238E27FC236}">
                <a16:creationId xmlns:a16="http://schemas.microsoft.com/office/drawing/2014/main" id="{4E418C15-21D5-4990-98CA-2C07E1F750CF}"/>
              </a:ext>
            </a:extLst>
          </p:cNvPr>
          <p:cNvSpPr>
            <a:spLocks xmlns:a="http://schemas.openxmlformats.org/drawingml/2006/main" noGrp="1"/>
          </p:cNvSpPr>
          <p:nvPr/>
        </p:nvSpPr>
        <p:spPr>
          <a:xfrm xmlns:a="http://schemas.openxmlformats.org/drawingml/2006/main">
            <a:off x="3476625" y="2333625"/>
            <a:ext cx="2000250" cy="87630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4213"/>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Thực hiện action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trên test account</a:t>
            </a:r>
          </a:p>
        </p:txBody>
      </p:sp>
      <p:sp>
        <p:nvSpPr>
          <p:cNvPr id="7" name="">
            <a:extLst xmlns:a="http://schemas.openxmlformats.org/drawingml/2006/main">
              <a:ext uri="{FF2B5EF4-FFF2-40B4-BE49-F238E27FC236}">
                <a16:creationId xmlns:a16="http://schemas.microsoft.com/office/drawing/2014/main" id="{B5EC5C68-7E23-428D-937D-AFD554C08559}"/>
              </a:ext>
            </a:extLst>
          </p:cNvPr>
          <p:cNvSpPr>
            <a:spLocks xmlns:a="http://schemas.openxmlformats.org/drawingml/2006/main" noGrp="1"/>
          </p:cNvSpPr>
          <p:nvPr/>
        </p:nvSpPr>
        <p:spPr>
          <a:xfrm xmlns:a="http://schemas.openxmlformats.org/drawingml/2006/main">
            <a:off x="6191250" y="2333625"/>
            <a:ext cx="2190750" cy="876300"/>
          </a:xfrm>
          <a:prstGeom xmlns:a="http://schemas.openxmlformats.org/drawingml/2006/main" prst="ellipse">
            <a:avLst/>
          </a:prstGeom>
          <a:solidFill xmlns:a="http://schemas.openxmlformats.org/drawingml/2006/main">
            <a:srgbClr val="F3F7F8"/>
          </a:solidFill>
          <a:ln xmlns:a="http://schemas.openxmlformats.org/drawingml/2006/main" w="19050">
            <a:solidFill>
              <a:srgbClr val="102A43"/>
            </a:solidFill>
            <a:prstDash val="solid"/>
          </a:ln>
        </p:spPr>
        <p:txBody>
          <a:bodyPr xmlns:a="http://schemas.openxmlformats.org/drawingml/2006/main" anchor="ctr">
            <a:normAutofit fontScale="85976"/>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Đọc postcondition</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và evidence mới</a:t>
            </a:r>
          </a:p>
        </p:txBody>
      </p:sp>
      <p:cxnSp>
        <p:nvCxnSpPr>
          <p:cNvPr id="29" name=""/>
          <p:cNvCxnSpPr>
            <a:stCxn xmlns:a="http://schemas.openxmlformats.org/drawingml/2006/main" id="5" idx="6"/>
            <a:endCxn xmlns:a="http://schemas.openxmlformats.org/drawingml/2006/main" id="6" idx="2"/>
          </p:cNvCxnSpPr>
          <p:nvPr/>
        </p:nvCxnSpPr>
        <p:spPr>
          <a:xfrm xmlns:a="http://schemas.openxmlformats.org/drawingml/2006/main">
            <a:off x="2762250" y="2771775"/>
            <a:ext cx="714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0" name=""/>
          <p:cNvCxnSpPr>
            <a:stCxn xmlns:a="http://schemas.openxmlformats.org/drawingml/2006/main" id="6" idx="6"/>
            <a:endCxn xmlns:a="http://schemas.openxmlformats.org/drawingml/2006/main" id="7" idx="2"/>
          </p:cNvCxnSpPr>
          <p:nvPr/>
        </p:nvCxnSpPr>
        <p:spPr>
          <a:xfrm xmlns:a="http://schemas.openxmlformats.org/drawingml/2006/main">
            <a:off x="5476875" y="2771775"/>
            <a:ext cx="714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0" name="">
            <a:extLst xmlns:a="http://schemas.openxmlformats.org/drawingml/2006/main">
              <a:ext uri="{FF2B5EF4-FFF2-40B4-BE49-F238E27FC236}">
                <a16:creationId xmlns:a16="http://schemas.microsoft.com/office/drawing/2014/main" id="{AF52E64B-BD00-478B-A6EE-2137F43880AE}"/>
              </a:ext>
            </a:extLst>
          </p:cNvPr>
          <p:cNvSpPr>
            <a:spLocks xmlns:a="http://schemas.openxmlformats.org/drawingml/2006/main" noGrp="1"/>
          </p:cNvSpPr>
          <p:nvPr/>
        </p:nvSpPr>
        <p:spPr>
          <a:xfrm xmlns:a="http://schemas.openxmlformats.org/drawingml/2006/main">
            <a:off x="9239250" y="1476375"/>
            <a:ext cx="2238375" cy="1000125"/>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90153"/>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ĐÚNG KẾT QUẢ</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Xác nhận locator</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Lưu và tái sử dụng</a:t>
            </a:r>
          </a:p>
        </p:txBody>
      </p:sp>
      <p:sp>
        <p:nvSpPr>
          <p:cNvPr id="11" name="">
            <a:extLst xmlns:a="http://schemas.openxmlformats.org/drawingml/2006/main">
              <a:ext uri="{FF2B5EF4-FFF2-40B4-BE49-F238E27FC236}">
                <a16:creationId xmlns:a16="http://schemas.microsoft.com/office/drawing/2014/main" id="{BDC1B07E-A9D3-41B1-A49B-414444F0D4AC}"/>
              </a:ext>
            </a:extLst>
          </p:cNvPr>
          <p:cNvSpPr>
            <a:spLocks xmlns:a="http://schemas.openxmlformats.org/drawingml/2006/main" noGrp="1"/>
          </p:cNvSpPr>
          <p:nvPr/>
        </p:nvSpPr>
        <p:spPr>
          <a:xfrm xmlns:a="http://schemas.openxmlformats.org/drawingml/2006/main">
            <a:off x="9239250" y="3143250"/>
            <a:ext cx="2238375" cy="1000125"/>
          </a:xfrm>
          <a:prstGeom xmlns:a="http://schemas.openxmlformats.org/drawingml/2006/main" prst="ellipse">
            <a:avLst/>
          </a:prstGeom>
          <a:solidFill xmlns:a="http://schemas.openxmlformats.org/drawingml/2006/main">
            <a:srgbClr val="FBE8E4"/>
          </a:solidFill>
          <a:ln xmlns:a="http://schemas.openxmlformats.org/drawingml/2006/main" w="19050">
            <a:solidFill>
              <a:srgbClr val="D65A4A"/>
            </a:solidFill>
            <a:prstDash val="solid"/>
          </a:ln>
        </p:spPr>
        <p:txBody>
          <a:bodyPr xmlns:a="http://schemas.openxmlformats.org/drawingml/2006/main" anchor="ctr">
            <a:normAutofit fontScale="79053"/>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SAI KẾT QUẢ</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Thu hồi locator</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Thử candidate kế tiếp</a:t>
            </a:r>
          </a:p>
        </p:txBody>
      </p:sp>
      <p:cxnSp>
        <p:nvCxnSpPr>
          <p:cNvPr id="33" name=""/>
          <p:cNvCxnSpPr>
            <a:stCxn xmlns:a="http://schemas.openxmlformats.org/drawingml/2006/main" id="7" idx="6"/>
            <a:endCxn xmlns:a="http://schemas.openxmlformats.org/drawingml/2006/main" id="10" idx="2"/>
          </p:cNvCxnSpPr>
          <p:nvPr/>
        </p:nvCxnSpPr>
        <p:spPr>
          <a:xfrm xmlns:a="http://schemas.openxmlformats.org/drawingml/2006/main" flipV="1">
            <a:off x="8382000" y="1976438"/>
            <a:ext cx="857250" cy="7953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4" name=""/>
          <p:cNvCxnSpPr>
            <a:stCxn xmlns:a="http://schemas.openxmlformats.org/drawingml/2006/main" id="7" idx="6"/>
            <a:endCxn xmlns:a="http://schemas.openxmlformats.org/drawingml/2006/main" id="11" idx="2"/>
          </p:cNvCxnSpPr>
          <p:nvPr/>
        </p:nvCxnSpPr>
        <p:spPr>
          <a:xfrm xmlns:a="http://schemas.openxmlformats.org/drawingml/2006/main">
            <a:off x="8382000" y="2771775"/>
            <a:ext cx="857250" cy="871538"/>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108AC548-D914-4477-B7C1-F03775E2AAF7}"/>
              </a:ext>
            </a:extLst>
          </p:cNvPr>
          <p:cNvSpPr>
            <a:spLocks xmlns:a="http://schemas.openxmlformats.org/drawingml/2006/main" noGrp="1"/>
          </p:cNvSpPr>
          <p:nvPr/>
        </p:nvSpPr>
        <p:spPr>
          <a:xfrm xmlns:a="http://schemas.openxmlformats.org/drawingml/2006/main">
            <a:off x="4191000" y="4333875"/>
            <a:ext cx="3810000" cy="857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02A43"/>
            </a:solidFill>
            <a:prstDash val="solid"/>
          </a:ln>
        </p:spPr>
        <p:txBody>
          <a:bodyPr xmlns:a="http://schemas.openxmlformats.org/drawingml/2006/main" anchor="ctr">
            <a:normAutofit fontScale="79005"/>
          </a:bodyPr>
          <a:lstStyle xmlns:a="http://schemas.openxmlformats.org/drawingml/2006/main"/>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Không có candidate phù hợp</a:t>
            </a:r>
          </a:p>
          <a:p xmlns:a="http://schemas.openxmlformats.org/drawingml/2006/main">
            <a:pPr algn="ctr">
              <a:defRPr sz="1425" b="1">
                <a:solidFill>
                  <a:srgbClr val="182431"/>
                </a:solidFill>
                <a:latin typeface="Arial"/>
                <a:ea typeface="Arial"/>
                <a:cs typeface="Arial"/>
              </a:defRPr>
            </a:pPr>
            <a:r>
              <a:rPr sz="1425" b="1">
                <a:solidFill>
                  <a:srgbClr val="182431"/>
                </a:solidFill>
                <a:latin typeface="Arial"/>
                <a:ea typeface="Arial"/>
                <a:cs typeface="Arial"/>
              </a:rPr>
              <a:t>Phân biệt lỗi locator, thiếu step và lỗi nghiệp vụ</a:t>
            </a:r>
          </a:p>
        </p:txBody>
      </p:sp>
      <p:cxnSp>
        <p:nvCxnSpPr>
          <p:cNvPr id="36" name=""/>
          <p:cNvCxnSpPr>
            <a:stCxn xmlns:a="http://schemas.openxmlformats.org/drawingml/2006/main" id="11" idx="2"/>
            <a:endCxn xmlns:a="http://schemas.openxmlformats.org/drawingml/2006/main" id="14" idx="6"/>
          </p:cNvCxnSpPr>
          <p:nvPr/>
        </p:nvCxnSpPr>
        <p:spPr>
          <a:xfrm xmlns:a="http://schemas.openxmlformats.org/drawingml/2006/main" flipH="1">
            <a:off x="8001000" y="3643313"/>
            <a:ext cx="1238250" cy="1119188"/>
          </a:xfrm>
          <a:prstGeom xmlns:a="http://schemas.openxmlformats.org/drawingml/2006/main" prst="straightConnector1">
            <a:avLst/>
          </a:prstGeom>
          <a:ln xmlns:a="http://schemas.openxmlformats.org/drawingml/2006/main" w="19050">
            <a:solidFill>
              <a:srgbClr val="B8C7D1"/>
            </a:solidFill>
            <a:prstDash val="dash"/>
          </a:ln>
        </p:spPr>
      </p:cxnSp>
      <p:sp>
        <p:nvSpPr>
          <p:cNvPr id="16" name="">
            <a:extLst xmlns:a="http://schemas.openxmlformats.org/drawingml/2006/main">
              <a:ext uri="{FF2B5EF4-FFF2-40B4-BE49-F238E27FC236}">
                <a16:creationId xmlns:a16="http://schemas.microsoft.com/office/drawing/2014/main" id="{5110B950-C29B-4BCD-B83D-F32BB4D8E151}"/>
              </a:ext>
            </a:extLst>
          </p:cNvPr>
          <p:cNvSpPr>
            <a:spLocks xmlns:a="http://schemas.openxmlformats.org/drawingml/2006/main" noGrp="1"/>
          </p:cNvSpPr>
          <p:nvPr/>
        </p:nvSpPr>
        <p:spPr>
          <a:xfrm xmlns:a="http://schemas.openxmlformats.org/drawingml/2006/main">
            <a:off x="1238250" y="4333875"/>
            <a:ext cx="2190750" cy="857250"/>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79136"/>
          </a:bodyPr>
          <a:lstStyle xmlns:a="http://schemas.openxmlformats.org/drawingml/2006/main"/>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Step healing + replay</a:t>
            </a:r>
          </a:p>
          <a:p xmlns:a="http://schemas.openxmlformats.org/drawingml/2006/main">
            <a:pPr algn="ctr">
              <a:defRPr sz="1350" b="1">
                <a:solidFill>
                  <a:srgbClr val="182431"/>
                </a:solidFill>
                <a:latin typeface="Arial"/>
                <a:ea typeface="Arial"/>
                <a:cs typeface="Arial"/>
              </a:defRPr>
            </a:pPr>
            <a:r>
              <a:rPr sz="1350" b="1">
                <a:solidFill>
                  <a:srgbClr val="182431"/>
                </a:solidFill>
                <a:latin typeface="Arial"/>
                <a:ea typeface="Arial"/>
                <a:cs typeface="Arial"/>
              </a:rPr>
              <a:t>Chỉ giữ khi chạy lại xanh</a:t>
            </a:r>
          </a:p>
        </p:txBody>
      </p:sp>
      <p:cxnSp>
        <p:nvCxnSpPr>
          <p:cNvPr id="38" name=""/>
          <p:cNvCxnSpPr>
            <a:stCxn xmlns:a="http://schemas.openxmlformats.org/drawingml/2006/main" id="14" idx="2"/>
            <a:endCxn xmlns:a="http://schemas.openxmlformats.org/drawingml/2006/main" id="16" idx="6"/>
          </p:cNvCxnSpPr>
          <p:nvPr/>
        </p:nvCxnSpPr>
        <p:spPr>
          <a:xfrm xmlns:a="http://schemas.openxmlformats.org/drawingml/2006/main" flipH="1">
            <a:off x="3429000" y="4762500"/>
            <a:ext cx="762000"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8" name="">
            <a:extLst xmlns:a="http://schemas.openxmlformats.org/drawingml/2006/main">
              <a:ext uri="{FF2B5EF4-FFF2-40B4-BE49-F238E27FC236}">
                <a16:creationId xmlns:a16="http://schemas.microsoft.com/office/drawing/2014/main" id="{FA439553-597B-41F7-885A-9AA01D61D71C}"/>
              </a:ext>
            </a:extLst>
          </p:cNvPr>
          <p:cNvSpPr>
            <a:spLocks xmlns:a="http://schemas.openxmlformats.org/drawingml/2006/main" noGrp="1"/>
          </p:cNvSpPr>
          <p:nvPr/>
        </p:nvSpPr>
        <p:spPr>
          <a:xfrm xmlns:a="http://schemas.openxmlformats.org/drawingml/2006/main">
            <a:off x="952500" y="5619750"/>
            <a:ext cx="10287000" cy="628650"/>
          </a:xfrm>
          <a:prstGeom xmlns:a="http://schemas.openxmlformats.org/drawingml/2006/main" prst="roundRect">
            <a:avLst>
              <a:gd name="adj" fmla="val 12121"/>
            </a:avLst>
          </a:prstGeom>
          <a:solidFill xmlns:a="http://schemas.openxmlformats.org/drawingml/2006/main">
            <a:srgbClr val="F3F7F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E37AAC7-D2F0-4A39-93F0-4D8797F41D3F}"/>
              </a:ext>
            </a:extLst>
          </p:cNvPr>
          <p:cNvSpPr>
            <a:spLocks xmlns:a="http://schemas.openxmlformats.org/drawingml/2006/main" noGrp="1"/>
          </p:cNvSpPr>
          <p:nvPr/>
        </p:nvSpPr>
        <p:spPr>
          <a:xfrm xmlns:a="http://schemas.openxmlformats.org/drawingml/2006/main">
            <a:off x="952500" y="5619750"/>
            <a:ext cx="66675" cy="628650"/>
          </a:xfrm>
          <a:prstGeom xmlns:a="http://schemas.openxmlformats.org/drawingml/2006/main" prst="roundRect">
            <a:avLst>
              <a:gd name="adj" fmla="val 50000"/>
            </a:avLst>
          </a:prstGeom>
          <a:solidFill xmlns:a="http://schemas.openxmlformats.org/drawingml/2006/main">
            <a:srgbClr val="102A4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8F33199-A934-459B-BF8E-F99F81281699}"/>
              </a:ext>
            </a:extLst>
          </p:cNvPr>
          <p:cNvSpPr>
            <a:spLocks xmlns:a="http://schemas.openxmlformats.org/drawingml/2006/main" noGrp="1"/>
          </p:cNvSpPr>
          <p:nvPr/>
        </p:nvSpPr>
        <p:spPr>
          <a:xfrm xmlns:a="http://schemas.openxmlformats.org/drawingml/2006/main">
            <a:off x="1162050" y="56959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02A43"/>
                </a:solidFill>
                <a:latin typeface="Arial"/>
                <a:ea typeface="Arial"/>
                <a:cs typeface="Arial"/>
              </a:defRPr>
            </a:pPr>
            <a:r>
              <a:rPr sz="1275" b="1">
                <a:solidFill>
                  <a:srgbClr val="102A43"/>
                </a:solidFill>
                <a:latin typeface="Arial"/>
                <a:ea typeface="Arial"/>
                <a:cs typeface="Arial"/>
              </a:rPr>
              <a:t>NGUYÊN TẮC HỌC</a:t>
            </a:r>
          </a:p>
        </p:txBody>
      </p:sp>
      <p:sp>
        <p:nvSpPr>
          <p:cNvPr id="21" name="">
            <a:extLst xmlns:a="http://schemas.openxmlformats.org/drawingml/2006/main">
              <a:ext uri="{FF2B5EF4-FFF2-40B4-BE49-F238E27FC236}">
                <a16:creationId xmlns:a16="http://schemas.microsoft.com/office/drawing/2014/main" id="{E6E1226F-2E3C-4926-A784-CAEACDDEA21A}"/>
              </a:ext>
            </a:extLst>
          </p:cNvPr>
          <p:cNvSpPr>
            <a:spLocks xmlns:a="http://schemas.openxmlformats.org/drawingml/2006/main" noGrp="1"/>
          </p:cNvSpPr>
          <p:nvPr/>
        </p:nvSpPr>
        <p:spPr>
          <a:xfrm xmlns:a="http://schemas.openxmlformats.org/drawingml/2006/main">
            <a:off x="1162050" y="5895975"/>
            <a:ext cx="9925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Action phải chứng minh đúng kết quả mới tạo learning; locator sai bị loại khỏi cả session và registry dùng chung</a:t>
            </a:r>
          </a:p>
        </p:txBody>
      </p:sp>
    </p:spTree>
    <p:extLst>
      <p:ext uri="{BB962C8B-B14F-4D97-AF65-F5344CB8AC3E}">
        <p14:creationId xmlns:p14="http://schemas.microsoft.com/office/powerpoint/2010/main" val="56301050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5875358-21C4-41E0-9413-0AB3A4982E14}"/>
              </a:ext>
            </a:extLst>
          </p:cNvPr>
          <p:cNvSpPr>
            <a:spLocks xmlns:a="http://schemas.openxmlformats.org/drawingml/2006/main" noGrp="1"/>
          </p:cNvSpPr>
          <p:nvPr/>
        </p:nvSpPr>
        <p:spPr>
          <a:xfrm xmlns:a="http://schemas.openxmlformats.org/drawingml/2006/main">
            <a:off x="666750" y="285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1125" b="1">
                <a:solidFill>
                  <a:srgbClr val="1F6F8B"/>
                </a:solidFill>
                <a:latin typeface="Arial"/>
                <a:ea typeface="Arial"/>
                <a:cs typeface="Arial"/>
              </a:defRPr>
            </a:pPr>
            <a:r>
              <a:rPr sz="1125" b="1">
                <a:solidFill>
                  <a:srgbClr val="1F6F8B"/>
                </a:solidFill>
                <a:latin typeface="Arial"/>
                <a:ea typeface="Arial"/>
                <a:cs typeface="Arial"/>
              </a:rPr>
              <a:t>HƯỚNG DẪN SỬ DỤNG</a:t>
            </a:r>
          </a:p>
        </p:txBody>
      </p:sp>
      <p:sp>
        <p:nvSpPr>
          <p:cNvPr id="2" name="">
            <a:extLst xmlns:a="http://schemas.openxmlformats.org/drawingml/2006/main">
              <a:ext uri="{FF2B5EF4-FFF2-40B4-BE49-F238E27FC236}">
                <a16:creationId xmlns:a16="http://schemas.microsoft.com/office/drawing/2014/main" id="{B0AEA536-DCEE-43F0-9002-F7CD11918E6E}"/>
              </a:ext>
            </a:extLst>
          </p:cNvPr>
          <p:cNvSpPr>
            <a:spLocks xmlns:a="http://schemas.openxmlformats.org/drawingml/2006/main" noGrp="1"/>
          </p:cNvSpPr>
          <p:nvPr/>
        </p:nvSpPr>
        <p:spPr>
          <a:xfrm xmlns:a="http://schemas.openxmlformats.org/drawingml/2006/main">
            <a:off x="666750" y="5524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9242"/>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Chọn luồng theo câu hỏi cần trả lời</a:t>
            </a:r>
          </a:p>
        </p:txBody>
      </p:sp>
      <p:sp>
        <p:nvSpPr>
          <p:cNvPr id="3" name="">
            <a:extLst xmlns:a="http://schemas.openxmlformats.org/drawingml/2006/main">
              <a:ext uri="{FF2B5EF4-FFF2-40B4-BE49-F238E27FC236}">
                <a16:creationId xmlns:a16="http://schemas.microsoft.com/office/drawing/2014/main" id="{DBA0200A-A3CF-4A46-8B51-3A20D360CEFE}"/>
              </a:ext>
            </a:extLst>
          </p:cNvPr>
          <p:cNvSpPr>
            <a:spLocks xmlns:a="http://schemas.openxmlformats.org/drawingml/2006/main" noGrp="1"/>
          </p:cNvSpPr>
          <p:nvPr/>
        </p:nvSpPr>
        <p:spPr>
          <a:xfrm xmlns:a="http://schemas.openxmlformats.org/drawingml/2006/main">
            <a:off x="666750" y="1200150"/>
            <a:ext cx="857250" cy="4762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972ACA4-BE6A-40E7-B483-F30975D570BB}"/>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EB72B948-FF8D-448D-A0AD-9A0724AAE3F4}"/>
              </a:ext>
            </a:extLst>
          </p:cNvPr>
          <p:cNvSpPr>
            <a:spLocks xmlns:a="http://schemas.openxmlformats.org/drawingml/2006/main" noGrp="1"/>
          </p:cNvSpPr>
          <p:nvPr/>
        </p:nvSpPr>
        <p:spPr>
          <a:xfrm xmlns:a="http://schemas.openxmlformats.org/drawingml/2006/main">
            <a:off x="714375" y="1619250"/>
            <a:ext cx="3000375" cy="1095375"/>
          </a:xfrm>
          <a:prstGeom xmlns:a="http://schemas.openxmlformats.org/drawingml/2006/main" prst="ellipse">
            <a:avLst/>
          </a:prstGeom>
          <a:solidFill xmlns:a="http://schemas.openxmlformats.org/drawingml/2006/main">
            <a:srgbClr val="DFF3F6"/>
          </a:solidFill>
          <a:ln xmlns:a="http://schemas.openxmlformats.org/drawingml/2006/main" w="19050">
            <a:solidFill>
              <a:srgbClr val="1F6F8B"/>
            </a:solidFill>
            <a:prstDash val="solid"/>
          </a:ln>
        </p:spPr>
        <p:txBody>
          <a:bodyPr xmlns:a="http://schemas.openxmlformats.org/drawingml/2006/main" anchor="ctr">
            <a:normAutofit fontScale="85865"/>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Ứng dụng có ổn trên</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nhiều model và OS?</a:t>
            </a:r>
          </a:p>
        </p:txBody>
      </p:sp>
      <p:sp>
        <p:nvSpPr>
          <p:cNvPr id="6" name="">
            <a:extLst xmlns:a="http://schemas.openxmlformats.org/drawingml/2006/main">
              <a:ext uri="{FF2B5EF4-FFF2-40B4-BE49-F238E27FC236}">
                <a16:creationId xmlns:a16="http://schemas.microsoft.com/office/drawing/2014/main" id="{90F00E9F-DDB3-4461-A4AF-54918F96C60B}"/>
              </a:ext>
            </a:extLst>
          </p:cNvPr>
          <p:cNvSpPr>
            <a:spLocks xmlns:a="http://schemas.openxmlformats.org/drawingml/2006/main" noGrp="1"/>
          </p:cNvSpPr>
          <p:nvPr/>
        </p:nvSpPr>
        <p:spPr>
          <a:xfrm xmlns:a="http://schemas.openxmlformats.org/drawingml/2006/main">
            <a:off x="4572000" y="1619250"/>
            <a:ext cx="3000375" cy="1095375"/>
          </a:xfrm>
          <a:prstGeom xmlns:a="http://schemas.openxmlformats.org/drawingml/2006/main" prst="ellipse">
            <a:avLst/>
          </a:prstGeom>
          <a:solidFill xmlns:a="http://schemas.openxmlformats.org/drawingml/2006/main">
            <a:srgbClr val="DDEFE7"/>
          </a:solidFill>
          <a:ln xmlns:a="http://schemas.openxmlformats.org/drawingml/2006/main" w="19050">
            <a:solidFill>
              <a:srgbClr val="198754"/>
            </a:solidFill>
            <a:prstDash val="solid"/>
          </a:ln>
        </p:spPr>
        <p:txBody>
          <a:bodyPr xmlns:a="http://schemas.openxmlformats.org/drawingml/2006/main" anchor="ctr">
            <a:normAutofit fontScale="83006"/>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Lỗi nằm ở test, dữ liệu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hay môi trường?</a:t>
            </a:r>
          </a:p>
        </p:txBody>
      </p:sp>
      <p:sp>
        <p:nvSpPr>
          <p:cNvPr id="7" name="">
            <a:extLst xmlns:a="http://schemas.openxmlformats.org/drawingml/2006/main">
              <a:ext uri="{FF2B5EF4-FFF2-40B4-BE49-F238E27FC236}">
                <a16:creationId xmlns:a16="http://schemas.microsoft.com/office/drawing/2014/main" id="{5218C81E-9334-4ED0-9CBB-165AE3A92670}"/>
              </a:ext>
            </a:extLst>
          </p:cNvPr>
          <p:cNvSpPr>
            <a:spLocks xmlns:a="http://schemas.openxmlformats.org/drawingml/2006/main" noGrp="1"/>
          </p:cNvSpPr>
          <p:nvPr/>
        </p:nvSpPr>
        <p:spPr>
          <a:xfrm xmlns:a="http://schemas.openxmlformats.org/drawingml/2006/main">
            <a:off x="8429625" y="1619250"/>
            <a:ext cx="3000375" cy="1095375"/>
          </a:xfrm>
          <a:prstGeom xmlns:a="http://schemas.openxmlformats.org/drawingml/2006/main" prst="ellipse">
            <a:avLst/>
          </a:prstGeom>
          <a:solidFill xmlns:a="http://schemas.openxmlformats.org/drawingml/2006/main">
            <a:srgbClr val="FFF2D5"/>
          </a:solidFill>
          <a:ln xmlns:a="http://schemas.openxmlformats.org/drawingml/2006/main" w="19050">
            <a:solidFill>
              <a:srgbClr val="E7B24A"/>
            </a:solidFill>
            <a:prstDash val="solid"/>
          </a:ln>
        </p:spPr>
        <p:txBody>
          <a:bodyPr xmlns:a="http://schemas.openxmlformats.org/drawingml/2006/main" anchor="ctr">
            <a:normAutofit fontScale="88094"/>
          </a:bodyPr>
          <a:lstStyle xmlns:a="http://schemas.openxmlformats.org/drawingml/2006/main"/>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Có thể đi từ yêu cầu</a:t>
            </a:r>
          </a:p>
          <a:p xmlns:a="http://schemas.openxmlformats.org/drawingml/2006/main">
            <a:pPr algn="ctr">
              <a:defRPr sz="1800" b="1">
                <a:solidFill>
                  <a:srgbClr val="182431"/>
                </a:solidFill>
                <a:latin typeface="Arial"/>
                <a:ea typeface="Arial"/>
                <a:cs typeface="Arial"/>
              </a:defRPr>
            </a:pPr>
            <a:r>
              <a:rPr sz="1800" b="1">
                <a:solidFill>
                  <a:srgbClr val="182431"/>
                </a:solidFill>
                <a:latin typeface="Arial"/>
                <a:ea typeface="Arial"/>
                <a:cs typeface="Arial"/>
              </a:rPr>
              <a:t>đến report tự động?</a:t>
            </a:r>
          </a:p>
        </p:txBody>
      </p:sp>
      <p:sp>
        <p:nvSpPr>
          <p:cNvPr id="8" name="">
            <a:extLst xmlns:a="http://schemas.openxmlformats.org/drawingml/2006/main">
              <a:ext uri="{FF2B5EF4-FFF2-40B4-BE49-F238E27FC236}">
                <a16:creationId xmlns:a16="http://schemas.microsoft.com/office/drawing/2014/main" id="{BAFA3DE8-0E60-4987-A877-4CB6C0BD4DD0}"/>
              </a:ext>
            </a:extLst>
          </p:cNvPr>
          <p:cNvSpPr>
            <a:spLocks xmlns:a="http://schemas.openxmlformats.org/drawingml/2006/main" noGrp="1"/>
          </p:cNvSpPr>
          <p:nvPr/>
        </p:nvSpPr>
        <p:spPr>
          <a:xfrm xmlns:a="http://schemas.openxmlformats.org/drawingml/2006/main">
            <a:off x="100012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F6F8B"/>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Device Farm Runner</a:t>
            </a:r>
          </a:p>
        </p:txBody>
      </p:sp>
      <p:sp>
        <p:nvSpPr>
          <p:cNvPr id="9" name="">
            <a:extLst xmlns:a="http://schemas.openxmlformats.org/drawingml/2006/main">
              <a:ext uri="{FF2B5EF4-FFF2-40B4-BE49-F238E27FC236}">
                <a16:creationId xmlns:a16="http://schemas.microsoft.com/office/drawing/2014/main" id="{CCED4C78-1C2A-4D8A-A262-A35D596D5F07}"/>
              </a:ext>
            </a:extLst>
          </p:cNvPr>
          <p:cNvSpPr>
            <a:spLocks xmlns:a="http://schemas.openxmlformats.org/drawingml/2006/main" noGrp="1"/>
          </p:cNvSpPr>
          <p:nvPr/>
        </p:nvSpPr>
        <p:spPr>
          <a:xfrm xmlns:a="http://schemas.openxmlformats.org/drawingml/2006/main">
            <a:off x="4857750"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98754"/>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725" b="1">
                <a:solidFill>
                  <a:srgbClr val="182431"/>
                </a:solidFill>
                <a:latin typeface="Arial"/>
                <a:ea typeface="Arial"/>
                <a:cs typeface="Arial"/>
              </a:defRPr>
            </a:pPr>
            <a:r>
              <a:rPr sz="1725" b="1">
                <a:solidFill>
                  <a:srgbClr val="182431"/>
                </a:solidFill>
                <a:latin typeface="Arial"/>
                <a:ea typeface="Arial"/>
                <a:cs typeface="Arial"/>
              </a:rPr>
              <a:t>Local Runner</a:t>
            </a:r>
          </a:p>
        </p:txBody>
      </p:sp>
      <p:sp>
        <p:nvSpPr>
          <p:cNvPr id="10" name="">
            <a:extLst xmlns:a="http://schemas.openxmlformats.org/drawingml/2006/main">
              <a:ext uri="{FF2B5EF4-FFF2-40B4-BE49-F238E27FC236}">
                <a16:creationId xmlns:a16="http://schemas.microsoft.com/office/drawing/2014/main" id="{A480AA08-5F83-455E-99CC-25DC8EDB203E}"/>
              </a:ext>
            </a:extLst>
          </p:cNvPr>
          <p:cNvSpPr>
            <a:spLocks xmlns:a="http://schemas.openxmlformats.org/drawingml/2006/main" noGrp="1"/>
          </p:cNvSpPr>
          <p:nvPr/>
        </p:nvSpPr>
        <p:spPr>
          <a:xfrm xmlns:a="http://schemas.openxmlformats.org/drawingml/2006/main">
            <a:off x="8715375" y="3524250"/>
            <a:ext cx="2428875" cy="876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E7B24A"/>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182431"/>
                </a:solidFill>
                <a:latin typeface="Arial"/>
                <a:ea typeface="Arial"/>
                <a:cs typeface="Arial"/>
              </a:defRPr>
            </a:pPr>
            <a:r>
              <a:rPr sz="1650" b="1">
                <a:solidFill>
                  <a:srgbClr val="182431"/>
                </a:solidFill>
                <a:latin typeface="Arial"/>
                <a:ea typeface="Arial"/>
                <a:cs typeface="Arial"/>
              </a:rPr>
              <a:t>App Studio Workflow</a:t>
            </a:r>
          </a:p>
        </p:txBody>
      </p:sp>
      <p:cxnSp>
        <p:nvCxnSpPr>
          <p:cNvPr id="31" name=""/>
          <p:cNvCxnSpPr>
            <a:stCxn xmlns:a="http://schemas.openxmlformats.org/drawingml/2006/main" id="5" idx="4"/>
            <a:endCxn xmlns:a="http://schemas.openxmlformats.org/drawingml/2006/main" id="8" idx="0"/>
          </p:cNvCxnSpPr>
          <p:nvPr/>
        </p:nvCxnSpPr>
        <p:spPr>
          <a:xfrm xmlns:a="http://schemas.openxmlformats.org/drawingml/2006/main">
            <a:off x="221456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2" name=""/>
          <p:cNvCxnSpPr>
            <a:stCxn xmlns:a="http://schemas.openxmlformats.org/drawingml/2006/main" id="6" idx="4"/>
            <a:endCxn xmlns:a="http://schemas.openxmlformats.org/drawingml/2006/main" id="9" idx="0"/>
          </p:cNvCxnSpPr>
          <p:nvPr/>
        </p:nvCxnSpPr>
        <p:spPr>
          <a:xfrm xmlns:a="http://schemas.openxmlformats.org/drawingml/2006/main">
            <a:off x="6072188"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33" name=""/>
          <p:cNvCxnSpPr>
            <a:stCxn xmlns:a="http://schemas.openxmlformats.org/drawingml/2006/main" id="7" idx="4"/>
            <a:endCxn xmlns:a="http://schemas.openxmlformats.org/drawingml/2006/main" id="10" idx="0"/>
          </p:cNvCxnSpPr>
          <p:nvPr/>
        </p:nvCxnSpPr>
        <p:spPr>
          <a:xfrm xmlns:a="http://schemas.openxmlformats.org/drawingml/2006/main">
            <a:off x="9929813" y="2714625"/>
            <a:ext cx="0" cy="809625"/>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14" name="">
            <a:extLst xmlns:a="http://schemas.openxmlformats.org/drawingml/2006/main">
              <a:ext uri="{FF2B5EF4-FFF2-40B4-BE49-F238E27FC236}">
                <a16:creationId xmlns:a16="http://schemas.microsoft.com/office/drawing/2014/main" id="{5FE8640F-A746-4E22-B8B5-B4A3D5E96C59}"/>
              </a:ext>
            </a:extLst>
          </p:cNvPr>
          <p:cNvSpPr>
            <a:spLocks xmlns:a="http://schemas.openxmlformats.org/drawingml/2006/main" noGrp="1"/>
          </p:cNvSpPr>
          <p:nvPr/>
        </p:nvSpPr>
        <p:spPr>
          <a:xfrm xmlns:a="http://schemas.openxmlformats.org/drawingml/2006/main">
            <a:off x="1000125"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F6F8B"/>
                </a:solidFill>
                <a:latin typeface="Arial"/>
                <a:ea typeface="Arial"/>
                <a:cs typeface="Arial"/>
              </a:defRPr>
            </a:pPr>
            <a:r>
              <a:rPr sz="1425" b="1">
                <a:solidFill>
                  <a:srgbClr val="1F6F8B"/>
                </a:solidFill>
                <a:latin typeface="Arial"/>
                <a:ea typeface="Arial"/>
                <a:cs typeface="Arial"/>
              </a:rPr>
              <a:t>Trước release</a:t>
            </a:r>
          </a:p>
        </p:txBody>
      </p:sp>
      <p:sp>
        <p:nvSpPr>
          <p:cNvPr id="15" name="">
            <a:extLst xmlns:a="http://schemas.openxmlformats.org/drawingml/2006/main">
              <a:ext uri="{FF2B5EF4-FFF2-40B4-BE49-F238E27FC236}">
                <a16:creationId xmlns:a16="http://schemas.microsoft.com/office/drawing/2014/main" id="{2456D553-915C-4B52-9081-BCC7BE45A691}"/>
              </a:ext>
            </a:extLst>
          </p:cNvPr>
          <p:cNvSpPr>
            <a:spLocks xmlns:a="http://schemas.openxmlformats.org/drawingml/2006/main" noGrp="1"/>
          </p:cNvSpPr>
          <p:nvPr/>
        </p:nvSpPr>
        <p:spPr>
          <a:xfrm xmlns:a="http://schemas.openxmlformats.org/drawingml/2006/main">
            <a:off x="4857750" y="4619625"/>
            <a:ext cx="2428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474"/>
          </a:bodyPr>
          <a:lstStyle xmlns:a="http://schemas.openxmlformats.org/drawingml/2006/main"/>
          <a:p xmlns:a="http://schemas.openxmlformats.org/drawingml/2006/main">
            <a:pPr algn="ctr">
              <a:defRPr sz="1425" b="1">
                <a:solidFill>
                  <a:srgbClr val="198754"/>
                </a:solidFill>
                <a:latin typeface="Arial"/>
                <a:ea typeface="Arial"/>
                <a:cs typeface="Arial"/>
              </a:defRPr>
            </a:pPr>
            <a:r>
              <a:rPr sz="1425" b="1">
                <a:solidFill>
                  <a:srgbClr val="198754"/>
                </a:solidFill>
                <a:latin typeface="Arial"/>
                <a:ea typeface="Arial"/>
                <a:cs typeface="Arial"/>
              </a:rPr>
              <a:t>Trong vòng lặp phát triển</a:t>
            </a:r>
          </a:p>
        </p:txBody>
      </p:sp>
      <p:sp>
        <p:nvSpPr>
          <p:cNvPr id="16" name="">
            <a:extLst xmlns:a="http://schemas.openxmlformats.org/drawingml/2006/main">
              <a:ext uri="{FF2B5EF4-FFF2-40B4-BE49-F238E27FC236}">
                <a16:creationId xmlns:a16="http://schemas.microsoft.com/office/drawing/2014/main" id="{A528D9B3-1C0D-4A3E-BC05-B0CCC3FC9E63}"/>
              </a:ext>
            </a:extLst>
          </p:cNvPr>
          <p:cNvSpPr>
            <a:spLocks xmlns:a="http://schemas.openxmlformats.org/drawingml/2006/main" noGrp="1"/>
          </p:cNvSpPr>
          <p:nvPr/>
        </p:nvSpPr>
        <p:spPr>
          <a:xfrm xmlns:a="http://schemas.openxmlformats.org/drawingml/2006/main">
            <a:off x="8620125" y="4619625"/>
            <a:ext cx="2619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9239"/>
          </a:bodyPr>
          <a:lstStyle xmlns:a="http://schemas.openxmlformats.org/drawingml/2006/main"/>
          <a:p xmlns:a="http://schemas.openxmlformats.org/drawingml/2006/main">
            <a:pPr algn="ctr">
              <a:defRPr sz="1425" b="1">
                <a:solidFill>
                  <a:srgbClr val="A66B00"/>
                </a:solidFill>
                <a:latin typeface="Arial"/>
                <a:ea typeface="Arial"/>
                <a:cs typeface="Arial"/>
              </a:defRPr>
            </a:pPr>
            <a:r>
              <a:rPr sz="1425" b="1">
                <a:solidFill>
                  <a:srgbClr val="A66B00"/>
                </a:solidFill>
                <a:latin typeface="Arial"/>
                <a:ea typeface="Arial"/>
                <a:cs typeface="Arial"/>
              </a:rPr>
              <a:t>Khi tạo hoặc cập nhật coverage</a:t>
            </a:r>
          </a:p>
        </p:txBody>
      </p:sp>
      <p:sp>
        <p:nvSpPr>
          <p:cNvPr id="17" name="">
            <a:extLst xmlns:a="http://schemas.openxmlformats.org/drawingml/2006/main">
              <a:ext uri="{FF2B5EF4-FFF2-40B4-BE49-F238E27FC236}">
                <a16:creationId xmlns:a16="http://schemas.microsoft.com/office/drawing/2014/main" id="{0FAB3649-ED16-4A85-AB69-83F86F65248F}"/>
              </a:ext>
            </a:extLst>
          </p:cNvPr>
          <p:cNvSpPr>
            <a:spLocks xmlns:a="http://schemas.openxmlformats.org/drawingml/2006/main" noGrp="1"/>
          </p:cNvSpPr>
          <p:nvPr/>
        </p:nvSpPr>
        <p:spPr>
          <a:xfrm xmlns:a="http://schemas.openxmlformats.org/drawingml/2006/main">
            <a:off x="1428750" y="5429250"/>
            <a:ext cx="9334500" cy="628650"/>
          </a:xfrm>
          <a:prstGeom xmlns:a="http://schemas.openxmlformats.org/drawingml/2006/main" prst="roundRect">
            <a:avLst>
              <a:gd name="adj" fmla="val 12121"/>
            </a:avLst>
          </a:prstGeom>
          <a:solidFill xmlns:a="http://schemas.openxmlformats.org/drawingml/2006/main">
            <a:srgbClr val="F3F7F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60A9507-678D-4C77-8667-37CF09FC7D41}"/>
              </a:ext>
            </a:extLst>
          </p:cNvPr>
          <p:cNvSpPr>
            <a:spLocks xmlns:a="http://schemas.openxmlformats.org/drawingml/2006/main" noGrp="1"/>
          </p:cNvSpPr>
          <p:nvPr/>
        </p:nvSpPr>
        <p:spPr>
          <a:xfrm xmlns:a="http://schemas.openxmlformats.org/drawingml/2006/main">
            <a:off x="1428750" y="5429250"/>
            <a:ext cx="66675" cy="628650"/>
          </a:xfrm>
          <a:prstGeom xmlns:a="http://schemas.openxmlformats.org/drawingml/2006/main" prst="roundRect">
            <a:avLst>
              <a:gd name="adj" fmla="val 50000"/>
            </a:avLst>
          </a:prstGeom>
          <a:solidFill xmlns:a="http://schemas.openxmlformats.org/drawingml/2006/main">
            <a:srgbClr val="102A4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0346D7B-781E-4F5E-9489-5AECF91FE750}"/>
              </a:ext>
            </a:extLst>
          </p:cNvPr>
          <p:cNvSpPr>
            <a:spLocks xmlns:a="http://schemas.openxmlformats.org/drawingml/2006/main" noGrp="1"/>
          </p:cNvSpPr>
          <p:nvPr/>
        </p:nvSpPr>
        <p:spPr>
          <a:xfrm xmlns:a="http://schemas.openxmlformats.org/drawingml/2006/main">
            <a:off x="1638300" y="55054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0588"/>
          </a:bodyPr>
          <a:lstStyle xmlns:a="http://schemas.openxmlformats.org/drawingml/2006/main"/>
          <a:p xmlns:a="http://schemas.openxmlformats.org/drawingml/2006/main">
            <a:pPr algn="l">
              <a:defRPr sz="1275" b="1">
                <a:solidFill>
                  <a:srgbClr val="102A43"/>
                </a:solidFill>
                <a:latin typeface="Arial"/>
                <a:ea typeface="Arial"/>
                <a:cs typeface="Arial"/>
              </a:defRPr>
            </a:pPr>
            <a:r>
              <a:rPr sz="1275" b="1">
                <a:solidFill>
                  <a:srgbClr val="102A43"/>
                </a:solidFill>
                <a:latin typeface="Arial"/>
                <a:ea typeface="Arial"/>
                <a:cs typeface="Arial"/>
              </a:rPr>
              <a:t>KHUYẾN NGHỊ</a:t>
            </a:r>
          </a:p>
        </p:txBody>
      </p:sp>
      <p:sp>
        <p:nvSpPr>
          <p:cNvPr id="20" name="">
            <a:extLst xmlns:a="http://schemas.openxmlformats.org/drawingml/2006/main">
              <a:ext uri="{FF2B5EF4-FFF2-40B4-BE49-F238E27FC236}">
                <a16:creationId xmlns:a16="http://schemas.microsoft.com/office/drawing/2014/main" id="{79782EDB-9923-48D5-B242-244C5DA17D27}"/>
              </a:ext>
            </a:extLst>
          </p:cNvPr>
          <p:cNvSpPr>
            <a:spLocks xmlns:a="http://schemas.openxmlformats.org/drawingml/2006/main" noGrp="1"/>
          </p:cNvSpPr>
          <p:nvPr/>
        </p:nvSpPr>
        <p:spPr>
          <a:xfrm xmlns:a="http://schemas.openxmlformats.org/drawingml/2006/main">
            <a:off x="1638300" y="5705475"/>
            <a:ext cx="8972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0833"/>
          </a:bodyPr>
          <a:lstStyle xmlns:a="http://schemas.openxmlformats.org/drawingml/2006/main"/>
          <a:p xmlns:a="http://schemas.openxmlformats.org/drawingml/2006/main">
            <a:pPr algn="l">
              <a:defRPr sz="1500" b="0">
                <a:solidFill>
                  <a:srgbClr val="182431"/>
                </a:solidFill>
                <a:latin typeface="Arial"/>
                <a:ea typeface="Arial"/>
                <a:cs typeface="Arial"/>
              </a:defRPr>
            </a:pPr>
            <a:r>
              <a:rPr sz="1500" b="0">
                <a:solidFill>
                  <a:srgbClr val="182431"/>
                </a:solidFill>
                <a:latin typeface="Arial"/>
                <a:ea typeface="Arial"/>
                <a:cs typeface="Arial"/>
              </a:rPr>
              <a:t>Studio chuẩn bị testcase, Local Runner ổn định suite, Device Farm mở rộng độ phủ trước release</a:t>
            </a:r>
          </a:p>
        </p:txBody>
      </p:sp>
    </p:spTree>
    <p:extLst>
      <p:ext uri="{BB962C8B-B14F-4D97-AF65-F5344CB8AC3E}">
        <p14:creationId xmlns:p14="http://schemas.microsoft.com/office/powerpoint/2010/main" val="1641957941"/>
      </p:ext>
    </p:extLst>
  </p:cSld>
</p:sld>
</file>

<file path=ppt/slides/slide1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EFD9C48-A174-422F-BF85-3F1DA69D14CD}"/>
              </a:ext>
            </a:extLst>
          </p:cNvPr>
          <p:cNvSpPr>
            <a:spLocks xmlns:a="http://schemas.openxmlformats.org/drawingml/2006/main" noGrp="1"/>
          </p:cNvSpPr>
          <p:nvPr/>
        </p:nvSpPr>
        <p:spPr>
          <a:xfrm xmlns:a="http://schemas.openxmlformats.org/drawingml/2006/main">
            <a:off x="685800" y="523875"/>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6181"/>
          </a:bodyPr>
          <a:lstStyle xmlns:a="http://schemas.openxmlformats.org/drawingml/2006/main"/>
          <a:p xmlns:a="http://schemas.openxmlformats.org/drawingml/2006/main">
            <a:pPr algn="l">
              <a:defRPr sz="3600" b="1">
                <a:solidFill>
                  <a:srgbClr val="FFFFFF"/>
                </a:solidFill>
                <a:latin typeface="Arial"/>
                <a:ea typeface="Arial"/>
                <a:cs typeface="Arial"/>
              </a:defRPr>
            </a:pPr>
            <a:r>
              <a:rPr sz="3600" b="1">
                <a:solidFill>
                  <a:srgbClr val="FFFFFF"/>
                </a:solidFill>
                <a:latin typeface="Arial"/>
                <a:ea typeface="Arial"/>
                <a:cs typeface="Arial"/>
              </a:rPr>
              <a:t>Một vòng đời kiểm thử liền mạch</a:t>
            </a:r>
          </a:p>
        </p:txBody>
      </p:sp>
      <p:sp>
        <p:nvSpPr>
          <p:cNvPr id="2" name="">
            <a:extLst xmlns:a="http://schemas.openxmlformats.org/drawingml/2006/main">
              <a:ext uri="{FF2B5EF4-FFF2-40B4-BE49-F238E27FC236}">
                <a16:creationId xmlns:a16="http://schemas.microsoft.com/office/drawing/2014/main" id="{C1D57FFD-F335-49ED-A9A3-6F3A3186B4C8}"/>
              </a:ext>
            </a:extLst>
          </p:cNvPr>
          <p:cNvSpPr>
            <a:spLocks xmlns:a="http://schemas.openxmlformats.org/drawingml/2006/main" noGrp="1"/>
          </p:cNvSpPr>
          <p:nvPr/>
        </p:nvSpPr>
        <p:spPr>
          <a:xfrm xmlns:a="http://schemas.openxmlformats.org/drawingml/2006/main">
            <a:off x="704850" y="1190625"/>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611"/>
          </a:bodyPr>
          <a:lstStyle xmlns:a="http://schemas.openxmlformats.org/drawingml/2006/main"/>
          <a:p xmlns:a="http://schemas.openxmlformats.org/drawingml/2006/main">
            <a:pPr algn="l">
              <a:defRPr sz="1800" b="0">
                <a:solidFill>
                  <a:srgbClr val="C8D8E3"/>
                </a:solidFill>
                <a:latin typeface="Arial"/>
                <a:ea typeface="Arial"/>
                <a:cs typeface="Arial"/>
              </a:defRPr>
            </a:pPr>
            <a:r>
              <a:rPr sz="1800" b="0">
                <a:solidFill>
                  <a:srgbClr val="C8D8E3"/>
                </a:solidFill>
                <a:latin typeface="Arial"/>
                <a:ea typeface="Arial"/>
                <a:cs typeface="Arial"/>
              </a:rPr>
              <a:t>Cùng một feature. Chọn mức tự động hoá phù hợp ở từng thời điểm.</a:t>
            </a:r>
          </a:p>
        </p:txBody>
      </p:sp>
      <p:sp>
        <p:nvSpPr>
          <p:cNvPr id="3" name="">
            <a:extLst xmlns:a="http://schemas.openxmlformats.org/drawingml/2006/main">
              <a:ext uri="{FF2B5EF4-FFF2-40B4-BE49-F238E27FC236}">
                <a16:creationId xmlns:a16="http://schemas.microsoft.com/office/drawing/2014/main" id="{526DF752-B13E-474D-95A1-128259AC130E}"/>
              </a:ext>
            </a:extLst>
          </p:cNvPr>
          <p:cNvSpPr>
            <a:spLocks xmlns:a="http://schemas.openxmlformats.org/drawingml/2006/main" noGrp="1"/>
          </p:cNvSpPr>
          <p:nvPr/>
        </p:nvSpPr>
        <p:spPr>
          <a:xfrm xmlns:a="http://schemas.openxmlformats.org/drawingml/2006/main">
            <a:off x="857250" y="2476500"/>
            <a:ext cx="2762250" cy="1047750"/>
          </a:xfrm>
          <a:prstGeom xmlns:a="http://schemas.openxmlformats.org/drawingml/2006/main" prst="ellipse">
            <a:avLst/>
          </a:prstGeom>
          <a:solidFill xmlns:a="http://schemas.openxmlformats.org/drawingml/2006/main">
            <a:srgbClr val="FFF2D5"/>
          </a:solidFill>
          <a:ln xmlns:a="http://schemas.openxmlformats.org/drawingml/2006/main" w="19050">
            <a:solidFill>
              <a:srgbClr val="FFF2D5"/>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1   Studio</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Tạo và review</a:t>
            </a:r>
          </a:p>
        </p:txBody>
      </p:sp>
      <p:sp>
        <p:nvSpPr>
          <p:cNvPr id="4" name="">
            <a:extLst xmlns:a="http://schemas.openxmlformats.org/drawingml/2006/main">
              <a:ext uri="{FF2B5EF4-FFF2-40B4-BE49-F238E27FC236}">
                <a16:creationId xmlns:a16="http://schemas.microsoft.com/office/drawing/2014/main" id="{46790A17-B935-4522-8605-DA8F6DD64B35}"/>
              </a:ext>
            </a:extLst>
          </p:cNvPr>
          <p:cNvSpPr>
            <a:spLocks xmlns:a="http://schemas.openxmlformats.org/drawingml/2006/main" noGrp="1"/>
          </p:cNvSpPr>
          <p:nvPr/>
        </p:nvSpPr>
        <p:spPr>
          <a:xfrm xmlns:a="http://schemas.openxmlformats.org/drawingml/2006/main">
            <a:off x="4714875" y="2476500"/>
            <a:ext cx="2762250" cy="1047750"/>
          </a:xfrm>
          <a:prstGeom xmlns:a="http://schemas.openxmlformats.org/drawingml/2006/main" prst="ellipse">
            <a:avLst/>
          </a:prstGeom>
          <a:solidFill xmlns:a="http://schemas.openxmlformats.org/drawingml/2006/main">
            <a:srgbClr val="DDEFE7"/>
          </a:solidFill>
          <a:ln xmlns:a="http://schemas.openxmlformats.org/drawingml/2006/main" w="19050">
            <a:solidFill>
              <a:srgbClr val="DDEFE7"/>
            </a:solidFill>
            <a:prstDash val="solid"/>
          </a:ln>
        </p:spPr>
        <p:txBody>
          <a:bodyPr xmlns:a="http://schemas.openxmlformats.org/drawingml/2006/main" anchor="ctr">
            <a:normAutofit fontScale="87862"/>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2   Local</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Ổn định và debug</a:t>
            </a:r>
          </a:p>
        </p:txBody>
      </p:sp>
      <p:sp>
        <p:nvSpPr>
          <p:cNvPr id="5" name="">
            <a:extLst xmlns:a="http://schemas.openxmlformats.org/drawingml/2006/main">
              <a:ext uri="{FF2B5EF4-FFF2-40B4-BE49-F238E27FC236}">
                <a16:creationId xmlns:a16="http://schemas.microsoft.com/office/drawing/2014/main" id="{1B3365C5-262B-47A9-92E8-0644956ED748}"/>
              </a:ext>
            </a:extLst>
          </p:cNvPr>
          <p:cNvSpPr>
            <a:spLocks xmlns:a="http://schemas.openxmlformats.org/drawingml/2006/main" noGrp="1"/>
          </p:cNvSpPr>
          <p:nvPr/>
        </p:nvSpPr>
        <p:spPr>
          <a:xfrm xmlns:a="http://schemas.openxmlformats.org/drawingml/2006/main">
            <a:off x="8572500" y="2476500"/>
            <a:ext cx="2762250" cy="1047750"/>
          </a:xfrm>
          <a:prstGeom xmlns:a="http://schemas.openxmlformats.org/drawingml/2006/main" prst="ellipse">
            <a:avLst/>
          </a:prstGeom>
          <a:solidFill xmlns:a="http://schemas.openxmlformats.org/drawingml/2006/main">
            <a:srgbClr val="DFF3F6"/>
          </a:solidFill>
          <a:ln xmlns:a="http://schemas.openxmlformats.org/drawingml/2006/main" w="19050">
            <a:solidFill>
              <a:srgbClr val="DFF3F6"/>
            </a:solidFill>
            <a:prstDash val="solid"/>
          </a:ln>
        </p:spPr>
        <p:txBody>
          <a:bodyPr xmlns:a="http://schemas.openxmlformats.org/drawingml/2006/main" anchor="ctr">
            <a:normAutofit fontScale="97110"/>
          </a:bodyPr>
          <a:lstStyle xmlns:a="http://schemas.openxmlformats.org/drawingml/2006/main"/>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3   Farm</a:t>
            </a:r>
          </a:p>
          <a:p xmlns:a="http://schemas.openxmlformats.org/drawingml/2006/main">
            <a:pPr algn="ctr">
              <a:defRPr sz="1875" b="1">
                <a:solidFill>
                  <a:srgbClr val="182431"/>
                </a:solidFill>
                <a:latin typeface="Arial"/>
                <a:ea typeface="Arial"/>
                <a:cs typeface="Arial"/>
              </a:defRPr>
            </a:pPr>
            <a:r>
              <a:rPr sz="1875" b="1">
                <a:solidFill>
                  <a:srgbClr val="182431"/>
                </a:solidFill>
                <a:latin typeface="Arial"/>
                <a:ea typeface="Arial"/>
                <a:cs typeface="Arial"/>
              </a:rPr>
              <a:t>Mở rộng độ phủ</a:t>
            </a:r>
          </a:p>
        </p:txBody>
      </p:sp>
      <p:cxnSp>
        <p:nvCxnSpPr>
          <p:cNvPr id="19" name=""/>
          <p:cNvCxnSpPr>
            <a:stCxn xmlns:a="http://schemas.openxmlformats.org/drawingml/2006/main" id="3" idx="6"/>
            <a:endCxn xmlns:a="http://schemas.openxmlformats.org/drawingml/2006/main" id="4" idx="2"/>
          </p:cNvCxnSpPr>
          <p:nvPr/>
        </p:nvCxnSpPr>
        <p:spPr>
          <a:xfrm xmlns:a="http://schemas.openxmlformats.org/drawingml/2006/main">
            <a:off x="3619500"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cxnSp>
        <p:nvCxnSpPr>
          <p:cNvPr id="20" name=""/>
          <p:cNvCxnSpPr>
            <a:stCxn xmlns:a="http://schemas.openxmlformats.org/drawingml/2006/main" id="4" idx="6"/>
            <a:endCxn xmlns:a="http://schemas.openxmlformats.org/drawingml/2006/main" id="5" idx="2"/>
          </p:cNvCxnSpPr>
          <p:nvPr/>
        </p:nvCxnSpPr>
        <p:spPr>
          <a:xfrm xmlns:a="http://schemas.openxmlformats.org/drawingml/2006/main">
            <a:off x="7477125" y="3000375"/>
            <a:ext cx="1095375" cy="0"/>
          </a:xfrm>
          <a:prstGeom xmlns:a="http://schemas.openxmlformats.org/drawingml/2006/main" prst="straightConnector1">
            <a:avLst/>
          </a:prstGeom>
          <a:ln xmlns:a="http://schemas.openxmlformats.org/drawingml/2006/main" w="19050">
            <a:solidFill>
              <a:srgbClr val="B8C7D1"/>
            </a:solidFill>
            <a:prstDash val="solid"/>
            <a:tailEnd type="arrow" w="med" len="med"/>
          </a:ln>
        </p:spPr>
      </p:cxnSp>
      <p:sp>
        <p:nvSpPr>
          <p:cNvPr id="8" name="">
            <a:extLst xmlns:a="http://schemas.openxmlformats.org/drawingml/2006/main">
              <a:ext uri="{FF2B5EF4-FFF2-40B4-BE49-F238E27FC236}">
                <a16:creationId xmlns:a16="http://schemas.microsoft.com/office/drawing/2014/main" id="{08C27DBF-B2A0-46C3-ABFB-5E8246053A80}"/>
              </a:ext>
            </a:extLst>
          </p:cNvPr>
          <p:cNvSpPr>
            <a:spLocks xmlns:a="http://schemas.openxmlformats.org/drawingml/2006/main" noGrp="1"/>
          </p:cNvSpPr>
          <p:nvPr/>
        </p:nvSpPr>
        <p:spPr>
          <a:xfrm xmlns:a="http://schemas.openxmlformats.org/drawingml/2006/main">
            <a:off x="1190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4667"/>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AI hỗ trợ ở nơi cần hiểu và suy luận</a:t>
            </a:r>
          </a:p>
        </p:txBody>
      </p:sp>
      <p:sp>
        <p:nvSpPr>
          <p:cNvPr id="9" name="">
            <a:extLst xmlns:a="http://schemas.openxmlformats.org/drawingml/2006/main">
              <a:ext uri="{FF2B5EF4-FFF2-40B4-BE49-F238E27FC236}">
                <a16:creationId xmlns:a16="http://schemas.microsoft.com/office/drawing/2014/main" id="{9251D502-4199-4D4F-81DE-8344B80FFDEC}"/>
              </a:ext>
            </a:extLst>
          </p:cNvPr>
          <p:cNvSpPr>
            <a:spLocks xmlns:a="http://schemas.openxmlformats.org/drawingml/2006/main" noGrp="1"/>
          </p:cNvSpPr>
          <p:nvPr/>
        </p:nvSpPr>
        <p:spPr>
          <a:xfrm xmlns:a="http://schemas.openxmlformats.org/drawingml/2006/main">
            <a:off x="6524625" y="442912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6714"/>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Code và policy giữ quyền kiểm soát kết quả</a:t>
            </a:r>
          </a:p>
        </p:txBody>
      </p:sp>
      <p:sp>
        <p:nvSpPr>
          <p:cNvPr id="10" name="">
            <a:extLst xmlns:a="http://schemas.openxmlformats.org/drawingml/2006/main">
              <a:ext uri="{FF2B5EF4-FFF2-40B4-BE49-F238E27FC236}">
                <a16:creationId xmlns:a16="http://schemas.microsoft.com/office/drawing/2014/main" id="{29C7AF9A-28FF-4424-A686-0785793A2681}"/>
              </a:ext>
            </a:extLst>
          </p:cNvPr>
          <p:cNvSpPr>
            <a:spLocks xmlns:a="http://schemas.openxmlformats.org/drawingml/2006/main" noGrp="1"/>
          </p:cNvSpPr>
          <p:nvPr/>
        </p:nvSpPr>
        <p:spPr>
          <a:xfrm xmlns:a="http://schemas.openxmlformats.org/drawingml/2006/main">
            <a:off x="1066800" y="5048250"/>
            <a:ext cx="4762500" cy="28575"/>
          </a:xfrm>
          <a:prstGeom xmlns:a="http://schemas.openxmlformats.org/drawingml/2006/main" prst="rect">
            <a:avLst/>
          </a:prstGeom>
          <a:solidFill xmlns:a="http://schemas.openxmlformats.org/drawingml/2006/main">
            <a:srgbClr val="E7B24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D66E58-D149-47CA-BD53-1606AC61FEDF}"/>
              </a:ext>
            </a:extLst>
          </p:cNvPr>
          <p:cNvSpPr>
            <a:spLocks xmlns:a="http://schemas.openxmlformats.org/drawingml/2006/main" noGrp="1"/>
          </p:cNvSpPr>
          <p:nvPr/>
        </p:nvSpPr>
        <p:spPr>
          <a:xfrm xmlns:a="http://schemas.openxmlformats.org/drawingml/2006/main">
            <a:off x="6362700" y="5048250"/>
            <a:ext cx="4762500" cy="28575"/>
          </a:xfrm>
          <a:prstGeom xmlns:a="http://schemas.openxmlformats.org/drawingml/2006/main" prst="rect">
            <a:avLst/>
          </a:prstGeom>
          <a:solidFill xmlns:a="http://schemas.openxmlformats.org/drawingml/2006/main">
            <a:srgbClr val="1F6F8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EDD7681-BEE8-4F73-B09E-2D9ACE031116}"/>
              </a:ext>
            </a:extLst>
          </p:cNvPr>
          <p:cNvSpPr>
            <a:spLocks xmlns:a="http://schemas.openxmlformats.org/drawingml/2006/main" noGrp="1"/>
          </p:cNvSpPr>
          <p:nvPr/>
        </p:nvSpPr>
        <p:spPr>
          <a:xfrm xmlns:a="http://schemas.openxmlformats.org/drawingml/2006/main">
            <a:off x="1428750" y="5524500"/>
            <a:ext cx="933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3974"/>
          </a:bodyPr>
          <a:lstStyle xmlns:a="http://schemas.openxmlformats.org/drawingml/2006/main"/>
          <a:p xmlns:a="http://schemas.openxmlformats.org/drawingml/2006/main">
            <a:pPr algn="ctr">
              <a:defRPr sz="1950" b="1">
                <a:solidFill>
                  <a:srgbClr val="FFFFFF"/>
                </a:solidFill>
                <a:latin typeface="Arial"/>
                <a:ea typeface="Arial"/>
                <a:cs typeface="Arial"/>
              </a:defRPr>
            </a:pPr>
            <a:r>
              <a:rPr sz="1950" b="1">
                <a:solidFill>
                  <a:srgbClr val="FFFFFF"/>
                </a:solidFill>
                <a:latin typeface="Arial"/>
                <a:ea typeface="Arial"/>
                <a:cs typeface="Arial"/>
              </a:rPr>
              <a:t>Kết quả cuối cùng: report gắn đúng testcase, đúng thời điểm, đủ ảnh, video và log để ra quyết định.</a:t>
            </a:r>
          </a:p>
        </p:txBody>
      </p:sp>
      <p:sp>
        <p:nvSpPr>
          <p:cNvPr id="13" name="">
            <a:extLst xmlns:a="http://schemas.openxmlformats.org/drawingml/2006/main">
              <a:ext uri="{FF2B5EF4-FFF2-40B4-BE49-F238E27FC236}">
                <a16:creationId xmlns:a16="http://schemas.microsoft.com/office/drawing/2014/main" id="{F5E0F414-03EB-48B9-97A7-CD84E4CBB793}"/>
              </a:ext>
            </a:extLst>
          </p:cNvPr>
          <p:cNvSpPr>
            <a:spLocks xmlns:a="http://schemas.openxmlformats.org/drawingml/2006/main" noGrp="1"/>
          </p:cNvSpPr>
          <p:nvPr/>
        </p:nvSpPr>
        <p:spPr>
          <a:xfrm xmlns:a="http://schemas.openxmlformats.org/drawingml/2006/main">
            <a:off x="11239500" y="6477000"/>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3809"/>
          </a:bodyPr>
          <a:lstStyle xmlns:a="http://schemas.openxmlformats.org/drawingml/2006/main"/>
          <a:p xmlns:a="http://schemas.openxmlformats.org/drawingml/2006/main">
            <a:pPr algn="r">
              <a:defRPr sz="1050" b="1">
                <a:solidFill>
                  <a:srgbClr val="617487"/>
                </a:solidFill>
                <a:latin typeface="Arial"/>
                <a:ea typeface="Arial"/>
                <a:cs typeface="Arial"/>
              </a:defRPr>
            </a:pPr>
            <a:r>
              <a:rPr sz="1050" b="1">
                <a:solidFill>
                  <a:srgbClr val="617487"/>
                </a:solidFill>
                <a:latin typeface="Arial"/>
                <a:ea typeface="Arial"/>
                <a:cs typeface="Arial"/>
              </a:rPr>
              <a:t>11</a:t>
            </a:r>
          </a:p>
        </p:txBody>
      </p:sp>
    </p:spTree>
    <p:extLst>
      <p:ext uri="{BB962C8B-B14F-4D97-AF65-F5344CB8AC3E}">
        <p14:creationId xmlns:p14="http://schemas.microsoft.com/office/powerpoint/2010/main" val="18479455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2026-09-15T19:08:16.7640000Z</dcterms:created>
  <dcterms:modified xsi:type="dcterms:W3CDTF">2026-09-15T19:08:16.7640000Z</dcterms:modified>
</coreProperties>
</file>